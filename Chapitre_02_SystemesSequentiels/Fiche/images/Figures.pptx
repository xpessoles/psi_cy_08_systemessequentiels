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56" r:id="rId5"/>
    <p:sldId id="260" r:id="rId6"/>
    <p:sldId id="257" r:id="rId7"/>
    <p:sldId id="262" r:id="rId8"/>
    <p:sldId id="263" r:id="rId9"/>
    <p:sldId id="258" r:id="rId10"/>
    <p:sldId id="259" r:id="rId11"/>
    <p:sldId id="261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784" y="164"/>
      </p:cViewPr>
      <p:guideLst>
        <p:guide orient="horz" pos="2160"/>
        <p:guide pos="49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03/03/2026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03/03/2026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7.png"/><Relationship Id="rId7" Type="http://schemas.openxmlformats.org/officeDocument/2006/relationships/image" Target="../media/image7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5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50.png"/><Relationship Id="rId3" Type="http://schemas.openxmlformats.org/officeDocument/2006/relationships/image" Target="../media/image130.png"/><Relationship Id="rId7" Type="http://schemas.openxmlformats.org/officeDocument/2006/relationships/image" Target="../media/image190.png"/><Relationship Id="rId12" Type="http://schemas.openxmlformats.org/officeDocument/2006/relationships/image" Target="../media/image24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11" Type="http://schemas.openxmlformats.org/officeDocument/2006/relationships/image" Target="../media/image230.png"/><Relationship Id="rId5" Type="http://schemas.openxmlformats.org/officeDocument/2006/relationships/image" Target="../media/image170.png"/><Relationship Id="rId10" Type="http://schemas.openxmlformats.org/officeDocument/2006/relationships/image" Target="../media/image220.png"/><Relationship Id="rId4" Type="http://schemas.openxmlformats.org/officeDocument/2006/relationships/image" Target="../media/image160.png"/><Relationship Id="rId9" Type="http://schemas.openxmlformats.org/officeDocument/2006/relationships/image" Target="../media/image2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7.png"/><Relationship Id="rId7" Type="http://schemas.openxmlformats.org/officeDocument/2006/relationships/image" Target="../media/image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image" Target="../media/image9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37.png"/><Relationship Id="rId7" Type="http://schemas.openxmlformats.org/officeDocument/2006/relationships/image" Target="../media/image7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10" Type="http://schemas.openxmlformats.org/officeDocument/2006/relationships/image" Target="../media/image90.png"/><Relationship Id="rId4" Type="http://schemas.openxmlformats.org/officeDocument/2006/relationships/image" Target="../media/image40.png"/><Relationship Id="rId9" Type="http://schemas.openxmlformats.org/officeDocument/2006/relationships/image" Target="../media/image8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image" Target="../media/image310.png"/><Relationship Id="rId10" Type="http://schemas.openxmlformats.org/officeDocument/2006/relationships/image" Target="../media/image36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2333BA6-8F52-D447-2A02-C86489FB8125}"/>
              </a:ext>
            </a:extLst>
          </p:cNvPr>
          <p:cNvSpPr/>
          <p:nvPr/>
        </p:nvSpPr>
        <p:spPr>
          <a:xfrm>
            <a:off x="1691680" y="1412776"/>
            <a:ext cx="1440160" cy="57606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Incrémenter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56484CA-160F-943C-93C1-1EEE0DF03777}"/>
              </a:ext>
            </a:extLst>
          </p:cNvPr>
          <p:cNvSpPr/>
          <p:nvPr/>
        </p:nvSpPr>
        <p:spPr>
          <a:xfrm>
            <a:off x="5288508" y="1417712"/>
            <a:ext cx="1440160" cy="57606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Décrémenter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8972F86-CC60-FEDB-CC83-A61FBC2C061D}"/>
              </a:ext>
            </a:extLst>
          </p:cNvPr>
          <p:cNvSpPr/>
          <p:nvPr/>
        </p:nvSpPr>
        <p:spPr>
          <a:xfrm>
            <a:off x="4146240" y="0"/>
            <a:ext cx="144016" cy="144016"/>
          </a:xfrm>
          <a:prstGeom prst="ellipse">
            <a:avLst/>
          </a:prstGeom>
          <a:solidFill>
            <a:srgbClr val="00206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>
              <a:solidFill>
                <a:schemeClr val="tx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5F7B8C4-C17B-8E7F-8D83-2619799A9467}"/>
              </a:ext>
            </a:extLst>
          </p:cNvPr>
          <p:cNvSpPr/>
          <p:nvPr/>
        </p:nvSpPr>
        <p:spPr>
          <a:xfrm>
            <a:off x="3496386" y="557477"/>
            <a:ext cx="1440160" cy="57606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Initialisation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20E46780-2E2A-43B3-938F-0BB049E0EA32}"/>
              </a:ext>
            </a:extLst>
          </p:cNvPr>
          <p:cNvSpPr/>
          <p:nvPr/>
        </p:nvSpPr>
        <p:spPr>
          <a:xfrm>
            <a:off x="2411760" y="826840"/>
            <a:ext cx="2165680" cy="1162000"/>
          </a:xfrm>
          <a:prstGeom prst="arc">
            <a:avLst>
              <a:gd name="adj1" fmla="val 10775173"/>
              <a:gd name="adj2" fmla="val 16161002"/>
            </a:avLst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92D86626-E497-3596-8589-040AD1216C3D}"/>
              </a:ext>
            </a:extLst>
          </p:cNvPr>
          <p:cNvSpPr/>
          <p:nvPr/>
        </p:nvSpPr>
        <p:spPr>
          <a:xfrm flipH="1">
            <a:off x="3851919" y="836712"/>
            <a:ext cx="2147657" cy="1161998"/>
          </a:xfrm>
          <a:prstGeom prst="arc">
            <a:avLst>
              <a:gd name="adj1" fmla="val 10775173"/>
              <a:gd name="adj2" fmla="val 16161002"/>
            </a:avLst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885DE4DA-A946-D3DB-C43A-187A827BEC19}"/>
              </a:ext>
            </a:extLst>
          </p:cNvPr>
          <p:cNvCxnSpPr>
            <a:cxnSpLocks/>
          </p:cNvCxnSpPr>
          <p:nvPr/>
        </p:nvCxnSpPr>
        <p:spPr>
          <a:xfrm flipH="1">
            <a:off x="3144416" y="1556792"/>
            <a:ext cx="2147664" cy="0"/>
          </a:xfrm>
          <a:prstGeom prst="line">
            <a:avLst/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70E6FC55-A310-59C8-A2AF-EFC5574CE107}"/>
              </a:ext>
            </a:extLst>
          </p:cNvPr>
          <p:cNvCxnSpPr>
            <a:cxnSpLocks/>
          </p:cNvCxnSpPr>
          <p:nvPr/>
        </p:nvCxnSpPr>
        <p:spPr>
          <a:xfrm>
            <a:off x="3131840" y="1844824"/>
            <a:ext cx="2156668" cy="0"/>
          </a:xfrm>
          <a:prstGeom prst="line">
            <a:avLst/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CD0F7A97-F79D-D91E-5AF1-CE1E944280E3}"/>
              </a:ext>
            </a:extLst>
          </p:cNvPr>
          <p:cNvCxnSpPr>
            <a:cxnSpLocks/>
            <a:stCxn id="8" idx="0"/>
            <a:endCxn id="7" idx="4"/>
          </p:cNvCxnSpPr>
          <p:nvPr/>
        </p:nvCxnSpPr>
        <p:spPr>
          <a:xfrm flipV="1">
            <a:off x="4216466" y="144016"/>
            <a:ext cx="0" cy="413461"/>
          </a:xfrm>
          <a:prstGeom prst="line">
            <a:avLst/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CF4D832-ED04-3019-1AC2-23BECE86EB25}"/>
              </a:ext>
            </a:extLst>
          </p:cNvPr>
          <p:cNvSpPr txBox="1"/>
          <p:nvPr/>
        </p:nvSpPr>
        <p:spPr>
          <a:xfrm>
            <a:off x="4286692" y="228274"/>
            <a:ext cx="829931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50" dirty="0"/>
              <a:t>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487674A8-B2CC-31CA-4B42-018DF2F46A95}"/>
                  </a:ext>
                </a:extLst>
              </p:cNvPr>
              <p:cNvSpPr txBox="1"/>
              <p:nvPr/>
            </p:nvSpPr>
            <p:spPr>
              <a:xfrm>
                <a:off x="2286000" y="3239812"/>
                <a:ext cx="457200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⋅↓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⋅↑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⋅↑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⋅↓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800" dirty="0"/>
              </a:p>
            </p:txBody>
          </p:sp>
        </mc:Choice>
        <mc:Fallback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487674A8-B2CC-31CA-4B42-018DF2F46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239812"/>
                <a:ext cx="4572000" cy="3699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93B98E94-53DF-463E-2C83-A3E743C6DA26}"/>
                  </a:ext>
                </a:extLst>
              </p:cNvPr>
              <p:cNvSpPr txBox="1"/>
              <p:nvPr/>
            </p:nvSpPr>
            <p:spPr>
              <a:xfrm>
                <a:off x="2286000" y="3746865"/>
                <a:ext cx="457200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⋅↑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⋅↓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⋅↓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⋅↑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800" dirty="0"/>
              </a:p>
            </p:txBody>
          </p:sp>
        </mc:Choice>
        <mc:Fallback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93B98E94-53DF-463E-2C83-A3E743C6D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746865"/>
                <a:ext cx="4572000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570FDBCA-BD56-0ADD-4734-B9C684E893ED}"/>
                  </a:ext>
                </a:extLst>
              </p:cNvPr>
              <p:cNvSpPr txBox="1"/>
              <p:nvPr/>
            </p:nvSpPr>
            <p:spPr>
              <a:xfrm>
                <a:off x="3526824" y="1319593"/>
                <a:ext cx="139486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1400" dirty="0"/>
                  <a:t> / cpt = cpt – 1 </a:t>
                </a:r>
              </a:p>
            </p:txBody>
          </p:sp>
        </mc:Choice>
        <mc:Fallback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570FDBCA-BD56-0ADD-4734-B9C684E89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824" y="1319593"/>
                <a:ext cx="1394869" cy="215444"/>
              </a:xfrm>
              <a:prstGeom prst="rect">
                <a:avLst/>
              </a:prstGeom>
              <a:blipFill>
                <a:blip r:embed="rId4"/>
                <a:stretch>
                  <a:fillRect t="-25000" r="-7456" b="-47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07C67D3E-E802-CDED-C216-60751A63F1F2}"/>
                  </a:ext>
                </a:extLst>
              </p:cNvPr>
              <p:cNvSpPr txBox="1"/>
              <p:nvPr/>
            </p:nvSpPr>
            <p:spPr>
              <a:xfrm>
                <a:off x="3544457" y="1613367"/>
                <a:ext cx="135479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1400" dirty="0"/>
                  <a:t> / cpt = cpt + 1</a:t>
                </a:r>
              </a:p>
            </p:txBody>
          </p:sp>
        </mc:Choice>
        <mc:Fallback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07C67D3E-E802-CDED-C216-60751A63F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457" y="1613367"/>
                <a:ext cx="1354794" cy="215444"/>
              </a:xfrm>
              <a:prstGeom prst="rect">
                <a:avLst/>
              </a:prstGeom>
              <a:blipFill>
                <a:blip r:embed="rId5"/>
                <a:stretch>
                  <a:fillRect t="-28571" r="-6726" b="-5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rc 40">
            <a:extLst>
              <a:ext uri="{FF2B5EF4-FFF2-40B4-BE49-F238E27FC236}">
                <a16:creationId xmlns:a16="http://schemas.microsoft.com/office/drawing/2014/main" id="{844A237C-6C2F-4D32-B382-43293E19002D}"/>
              </a:ext>
            </a:extLst>
          </p:cNvPr>
          <p:cNvSpPr/>
          <p:nvPr/>
        </p:nvSpPr>
        <p:spPr>
          <a:xfrm flipV="1">
            <a:off x="1871761" y="1705743"/>
            <a:ext cx="1080000" cy="566194"/>
          </a:xfrm>
          <a:prstGeom prst="arc">
            <a:avLst>
              <a:gd name="adj1" fmla="val 10775173"/>
              <a:gd name="adj2" fmla="val 7092"/>
            </a:avLst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2B16E5AF-CB90-9430-AD63-2E78C41D7F0F}"/>
              </a:ext>
            </a:extLst>
          </p:cNvPr>
          <p:cNvSpPr/>
          <p:nvPr/>
        </p:nvSpPr>
        <p:spPr>
          <a:xfrm flipV="1">
            <a:off x="5468587" y="1700808"/>
            <a:ext cx="1080000" cy="576064"/>
          </a:xfrm>
          <a:prstGeom prst="arc">
            <a:avLst>
              <a:gd name="adj1" fmla="val 10775173"/>
              <a:gd name="adj2" fmla="val 108304"/>
            </a:avLst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2AB676BA-F73F-F8DE-E22B-914DCD3D879C}"/>
                  </a:ext>
                </a:extLst>
              </p:cNvPr>
              <p:cNvSpPr txBox="1"/>
              <p:nvPr/>
            </p:nvSpPr>
            <p:spPr>
              <a:xfrm>
                <a:off x="1759209" y="2297584"/>
                <a:ext cx="130510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1400" dirty="0"/>
                  <a:t> / cpt = cpt+1</a:t>
                </a:r>
              </a:p>
            </p:txBody>
          </p:sp>
        </mc:Choice>
        <mc:Fallback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2AB676BA-F73F-F8DE-E22B-914DCD3D8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209" y="2297584"/>
                <a:ext cx="1305101" cy="215444"/>
              </a:xfrm>
              <a:prstGeom prst="rect">
                <a:avLst/>
              </a:prstGeom>
              <a:blipFill>
                <a:blip r:embed="rId6"/>
                <a:stretch>
                  <a:fillRect t="-25714" r="-4673" b="-5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A048402A-7776-E22F-16E1-5930379EFAAE}"/>
                  </a:ext>
                </a:extLst>
              </p:cNvPr>
              <p:cNvSpPr txBox="1"/>
              <p:nvPr/>
            </p:nvSpPr>
            <p:spPr>
              <a:xfrm>
                <a:off x="5313556" y="2271937"/>
                <a:ext cx="13900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1400" dirty="0"/>
                  <a:t> / cpt = cpt - 1 </a:t>
                </a:r>
              </a:p>
            </p:txBody>
          </p:sp>
        </mc:Choice>
        <mc:Fallback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A048402A-7776-E22F-16E1-5930379EF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556" y="2271937"/>
                <a:ext cx="1390061" cy="215444"/>
              </a:xfrm>
              <a:prstGeom prst="rect">
                <a:avLst/>
              </a:prstGeom>
              <a:blipFill>
                <a:blip r:embed="rId7"/>
                <a:stretch>
                  <a:fillRect t="-28571" r="-4825" b="-5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30D85AD8-8D84-7223-0DF5-113786CDB0A0}"/>
                  </a:ext>
                </a:extLst>
              </p:cNvPr>
              <p:cNvSpPr txBox="1"/>
              <p:nvPr/>
            </p:nvSpPr>
            <p:spPr>
              <a:xfrm>
                <a:off x="5273897" y="650303"/>
                <a:ext cx="112473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1400" dirty="0"/>
                  <a:t> / cpt = – 1 </a:t>
                </a:r>
              </a:p>
            </p:txBody>
          </p:sp>
        </mc:Choice>
        <mc:Fallback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30D85AD8-8D84-7223-0DF5-113786CDB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97" y="650303"/>
                <a:ext cx="1124731" cy="215444"/>
              </a:xfrm>
              <a:prstGeom prst="rect">
                <a:avLst/>
              </a:prstGeom>
              <a:blipFill>
                <a:blip r:embed="rId8"/>
                <a:stretch>
                  <a:fillRect t="-28571" r="-8649" b="-5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08312C84-C5A9-5139-7498-3C215D8BF068}"/>
                  </a:ext>
                </a:extLst>
              </p:cNvPr>
              <p:cNvSpPr txBox="1"/>
              <p:nvPr/>
            </p:nvSpPr>
            <p:spPr>
              <a:xfrm>
                <a:off x="1999260" y="685992"/>
                <a:ext cx="95481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1400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sz="1400" dirty="0"/>
                  <a:t> / cpt = 1</a:t>
                </a:r>
              </a:p>
            </p:txBody>
          </p:sp>
        </mc:Choice>
        <mc:Fallback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08312C84-C5A9-5139-7498-3C215D8BF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260" y="685992"/>
                <a:ext cx="954813" cy="215444"/>
              </a:xfrm>
              <a:prstGeom prst="rect">
                <a:avLst/>
              </a:prstGeom>
              <a:blipFill>
                <a:blip r:embed="rId9"/>
                <a:stretch>
                  <a:fillRect t="-28571" r="-10191" b="-5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153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70B6-1098-B4E1-ED7C-D4BF2247A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4BBDEC6-C0DB-3EB1-43D2-2F2D0F3DE5FF}"/>
              </a:ext>
            </a:extLst>
          </p:cNvPr>
          <p:cNvSpPr/>
          <p:nvPr/>
        </p:nvSpPr>
        <p:spPr>
          <a:xfrm>
            <a:off x="1691680" y="1412776"/>
            <a:ext cx="1440160" cy="57606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Incrémenter</a:t>
            </a:r>
          </a:p>
          <a:p>
            <a:pPr algn="ctr"/>
            <a:endParaRPr lang="fr-FR" sz="1000" b="1" dirty="0">
              <a:solidFill>
                <a:schemeClr val="tx1"/>
              </a:solidFill>
            </a:endParaRPr>
          </a:p>
          <a:p>
            <a:r>
              <a:rPr lang="fr-FR" sz="1000" dirty="0">
                <a:solidFill>
                  <a:schemeClr val="tx1"/>
                </a:solidFill>
              </a:rPr>
              <a:t>cpt = cpt +1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D33CFCA-A49B-979E-C3C8-59E71CF59271}"/>
              </a:ext>
            </a:extLst>
          </p:cNvPr>
          <p:cNvSpPr/>
          <p:nvPr/>
        </p:nvSpPr>
        <p:spPr>
          <a:xfrm>
            <a:off x="5288508" y="1417712"/>
            <a:ext cx="1440160" cy="57606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Décrémenter</a:t>
            </a:r>
          </a:p>
          <a:p>
            <a:pPr algn="ctr"/>
            <a:endParaRPr lang="fr-FR" sz="1000" dirty="0">
              <a:solidFill>
                <a:schemeClr val="tx1"/>
              </a:solidFill>
            </a:endParaRPr>
          </a:p>
          <a:p>
            <a:r>
              <a:rPr lang="fr-FR" sz="1000" dirty="0">
                <a:solidFill>
                  <a:schemeClr val="tx1"/>
                </a:solidFill>
              </a:rPr>
              <a:t>cpt = cpt – 1 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9F0F07E-689C-06A0-5520-49E81FE9F2BC}"/>
              </a:ext>
            </a:extLst>
          </p:cNvPr>
          <p:cNvSpPr/>
          <p:nvPr/>
        </p:nvSpPr>
        <p:spPr>
          <a:xfrm>
            <a:off x="4146240" y="0"/>
            <a:ext cx="144016" cy="144016"/>
          </a:xfrm>
          <a:prstGeom prst="ellipse">
            <a:avLst/>
          </a:prstGeom>
          <a:solidFill>
            <a:srgbClr val="002060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>
              <a:solidFill>
                <a:schemeClr val="tx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24DECF9-8F53-77EA-81F1-87C866D1213B}"/>
              </a:ext>
            </a:extLst>
          </p:cNvPr>
          <p:cNvSpPr/>
          <p:nvPr/>
        </p:nvSpPr>
        <p:spPr>
          <a:xfrm>
            <a:off x="3496386" y="557477"/>
            <a:ext cx="1440160" cy="576064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Initialisation</a:t>
            </a:r>
          </a:p>
          <a:p>
            <a:pPr algn="ctr"/>
            <a:endParaRPr lang="fr-FR" sz="1000" b="1" dirty="0">
              <a:solidFill>
                <a:schemeClr val="tx1"/>
              </a:solidFill>
            </a:endParaRPr>
          </a:p>
          <a:p>
            <a:r>
              <a:rPr lang="fr-FR" sz="1000" dirty="0">
                <a:solidFill>
                  <a:schemeClr val="tx1"/>
                </a:solidFill>
              </a:rPr>
              <a:t>cpt = 0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233EAAB0-6FFB-BF86-763A-26F9F4E55D38}"/>
              </a:ext>
            </a:extLst>
          </p:cNvPr>
          <p:cNvSpPr/>
          <p:nvPr/>
        </p:nvSpPr>
        <p:spPr>
          <a:xfrm>
            <a:off x="2411760" y="826840"/>
            <a:ext cx="2165680" cy="1162000"/>
          </a:xfrm>
          <a:prstGeom prst="arc">
            <a:avLst>
              <a:gd name="adj1" fmla="val 10775173"/>
              <a:gd name="adj2" fmla="val 16161002"/>
            </a:avLst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E68BEEE4-A9EA-5DF0-C2DF-E0F7DF005054}"/>
              </a:ext>
            </a:extLst>
          </p:cNvPr>
          <p:cNvSpPr/>
          <p:nvPr/>
        </p:nvSpPr>
        <p:spPr>
          <a:xfrm flipH="1">
            <a:off x="3851919" y="836712"/>
            <a:ext cx="2147657" cy="1161998"/>
          </a:xfrm>
          <a:prstGeom prst="arc">
            <a:avLst>
              <a:gd name="adj1" fmla="val 10775173"/>
              <a:gd name="adj2" fmla="val 16161002"/>
            </a:avLst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881B1378-8F23-B240-EDF7-964F36DA2CA7}"/>
              </a:ext>
            </a:extLst>
          </p:cNvPr>
          <p:cNvCxnSpPr>
            <a:cxnSpLocks/>
          </p:cNvCxnSpPr>
          <p:nvPr/>
        </p:nvCxnSpPr>
        <p:spPr>
          <a:xfrm flipH="1">
            <a:off x="3144416" y="1556792"/>
            <a:ext cx="2147664" cy="0"/>
          </a:xfrm>
          <a:prstGeom prst="line">
            <a:avLst/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0C856F65-4375-51DE-9236-19816CBD20A7}"/>
              </a:ext>
            </a:extLst>
          </p:cNvPr>
          <p:cNvCxnSpPr>
            <a:cxnSpLocks/>
          </p:cNvCxnSpPr>
          <p:nvPr/>
        </p:nvCxnSpPr>
        <p:spPr>
          <a:xfrm>
            <a:off x="3131840" y="1844824"/>
            <a:ext cx="2156668" cy="0"/>
          </a:xfrm>
          <a:prstGeom prst="line">
            <a:avLst/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E9873D11-7477-25D2-EF2A-10EF2968221E}"/>
              </a:ext>
            </a:extLst>
          </p:cNvPr>
          <p:cNvCxnSpPr>
            <a:cxnSpLocks/>
            <a:stCxn id="8" idx="0"/>
            <a:endCxn id="7" idx="4"/>
          </p:cNvCxnSpPr>
          <p:nvPr/>
        </p:nvCxnSpPr>
        <p:spPr>
          <a:xfrm flipV="1">
            <a:off x="4216466" y="144016"/>
            <a:ext cx="0" cy="413461"/>
          </a:xfrm>
          <a:prstGeom prst="line">
            <a:avLst/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CC174600-6F65-F93F-16E8-1681B0D3C286}"/>
                  </a:ext>
                </a:extLst>
              </p:cNvPr>
              <p:cNvSpPr txBox="1"/>
              <p:nvPr/>
            </p:nvSpPr>
            <p:spPr>
              <a:xfrm>
                <a:off x="5437674" y="696617"/>
                <a:ext cx="37035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fr-FR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1400" b="1" dirty="0"/>
              </a:p>
            </p:txBody>
          </p:sp>
        </mc:Choice>
        <mc:Fallback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CC174600-6F65-F93F-16E8-1681B0D3C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674" y="696617"/>
                <a:ext cx="370358" cy="215444"/>
              </a:xfrm>
              <a:prstGeom prst="rect">
                <a:avLst/>
              </a:prstGeom>
              <a:blipFill>
                <a:blip r:embed="rId2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ZoneTexte 28">
            <a:extLst>
              <a:ext uri="{FF2B5EF4-FFF2-40B4-BE49-F238E27FC236}">
                <a16:creationId xmlns:a16="http://schemas.microsoft.com/office/drawing/2014/main" id="{A89FB242-3558-CF77-68AF-364D823254C3}"/>
              </a:ext>
            </a:extLst>
          </p:cNvPr>
          <p:cNvSpPr txBox="1"/>
          <p:nvPr/>
        </p:nvSpPr>
        <p:spPr>
          <a:xfrm>
            <a:off x="4286693" y="228274"/>
            <a:ext cx="176330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50" dirty="0"/>
              <a:t>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14BED184-9B93-FC7C-9EF7-20E3DFC9F1AC}"/>
                  </a:ext>
                </a:extLst>
              </p:cNvPr>
              <p:cNvSpPr txBox="1"/>
              <p:nvPr/>
            </p:nvSpPr>
            <p:spPr>
              <a:xfrm>
                <a:off x="2286000" y="3239812"/>
                <a:ext cx="457200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⋅↓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⋅↑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⋅↑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⋅↓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800" dirty="0"/>
              </a:p>
            </p:txBody>
          </p:sp>
        </mc:Choice>
        <mc:Fallback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14BED184-9B93-FC7C-9EF7-20E3DFC9F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239812"/>
                <a:ext cx="4572000" cy="3699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89D175EC-3205-34FF-1630-F323B54E593A}"/>
                  </a:ext>
                </a:extLst>
              </p:cNvPr>
              <p:cNvSpPr txBox="1"/>
              <p:nvPr/>
            </p:nvSpPr>
            <p:spPr>
              <a:xfrm>
                <a:off x="2286000" y="3746865"/>
                <a:ext cx="457200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⋅↑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⋅↓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⋅↓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⋅↑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800" dirty="0"/>
              </a:p>
            </p:txBody>
          </p:sp>
        </mc:Choice>
        <mc:Fallback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89D175EC-3205-34FF-1630-F323B54E5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746865"/>
                <a:ext cx="4572000" cy="3699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AFBA8304-9D60-15C0-E8B6-A81F71E0E7F4}"/>
                  </a:ext>
                </a:extLst>
              </p:cNvPr>
              <p:cNvSpPr txBox="1"/>
              <p:nvPr/>
            </p:nvSpPr>
            <p:spPr>
              <a:xfrm>
                <a:off x="2577547" y="678245"/>
                <a:ext cx="44813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1400" b="1" dirty="0"/>
              </a:p>
            </p:txBody>
          </p:sp>
        </mc:Choice>
        <mc:Fallback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AFBA8304-9D60-15C0-E8B6-A81F71E0E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547" y="678245"/>
                <a:ext cx="448133" cy="215444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8B3B5AEC-7AF2-48E3-E29F-A3E890B2FB5C}"/>
                  </a:ext>
                </a:extLst>
              </p:cNvPr>
              <p:cNvSpPr txBox="1"/>
              <p:nvPr/>
            </p:nvSpPr>
            <p:spPr>
              <a:xfrm>
                <a:off x="4060285" y="1318432"/>
                <a:ext cx="37035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1400" b="1" dirty="0"/>
              </a:p>
            </p:txBody>
          </p:sp>
        </mc:Choice>
        <mc:Fallback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8B3B5AEC-7AF2-48E3-E29F-A3E890B2F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285" y="1318432"/>
                <a:ext cx="370358" cy="215444"/>
              </a:xfrm>
              <a:prstGeom prst="rect">
                <a:avLst/>
              </a:prstGeom>
              <a:blipFill>
                <a:blip r:embed="rId6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88AF2E4A-4996-B8B5-593F-2B7790BFFC8B}"/>
                  </a:ext>
                </a:extLst>
              </p:cNvPr>
              <p:cNvSpPr txBox="1"/>
              <p:nvPr/>
            </p:nvSpPr>
            <p:spPr>
              <a:xfrm>
                <a:off x="4060285" y="1603609"/>
                <a:ext cx="37035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1400" b="1" dirty="0"/>
              </a:p>
            </p:txBody>
          </p:sp>
        </mc:Choice>
        <mc:Fallback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88AF2E4A-4996-B8B5-593F-2B7790BFF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285" y="1603609"/>
                <a:ext cx="370358" cy="215444"/>
              </a:xfrm>
              <a:prstGeom prst="rect">
                <a:avLst/>
              </a:prstGeom>
              <a:blipFill>
                <a:blip r:embed="rId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rc 40">
            <a:extLst>
              <a:ext uri="{FF2B5EF4-FFF2-40B4-BE49-F238E27FC236}">
                <a16:creationId xmlns:a16="http://schemas.microsoft.com/office/drawing/2014/main" id="{0D0DFA58-6B2A-8FCA-D696-FF576827E349}"/>
              </a:ext>
            </a:extLst>
          </p:cNvPr>
          <p:cNvSpPr/>
          <p:nvPr/>
        </p:nvSpPr>
        <p:spPr>
          <a:xfrm flipV="1">
            <a:off x="1880772" y="1710678"/>
            <a:ext cx="1080000" cy="576064"/>
          </a:xfrm>
          <a:prstGeom prst="arc">
            <a:avLst>
              <a:gd name="adj1" fmla="val 10775173"/>
              <a:gd name="adj2" fmla="val 108304"/>
            </a:avLst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344EE596-61D1-5EE1-DAAA-C3C214570498}"/>
                  </a:ext>
                </a:extLst>
              </p:cNvPr>
              <p:cNvSpPr txBox="1"/>
              <p:nvPr/>
            </p:nvSpPr>
            <p:spPr>
              <a:xfrm>
                <a:off x="2226581" y="2322662"/>
                <a:ext cx="37035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1400" b="1" dirty="0"/>
              </a:p>
            </p:txBody>
          </p:sp>
        </mc:Choice>
        <mc:Fallback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344EE596-61D1-5EE1-DAAA-C3C214570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581" y="2322662"/>
                <a:ext cx="370358" cy="215444"/>
              </a:xfrm>
              <a:prstGeom prst="rect">
                <a:avLst/>
              </a:prstGeom>
              <a:blipFill>
                <a:blip r:embed="rId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Arc 42">
            <a:extLst>
              <a:ext uri="{FF2B5EF4-FFF2-40B4-BE49-F238E27FC236}">
                <a16:creationId xmlns:a16="http://schemas.microsoft.com/office/drawing/2014/main" id="{B043D7A2-5ADA-040E-13B0-383009EB5D55}"/>
              </a:ext>
            </a:extLst>
          </p:cNvPr>
          <p:cNvSpPr/>
          <p:nvPr/>
        </p:nvSpPr>
        <p:spPr>
          <a:xfrm flipV="1">
            <a:off x="5468587" y="1708211"/>
            <a:ext cx="1080000" cy="576064"/>
          </a:xfrm>
          <a:prstGeom prst="arc">
            <a:avLst>
              <a:gd name="adj1" fmla="val 10775173"/>
              <a:gd name="adj2" fmla="val 108304"/>
            </a:avLst>
          </a:prstGeom>
          <a:ln w="19050">
            <a:solidFill>
              <a:srgbClr val="002060"/>
            </a:solidFill>
            <a:headEnd type="stealth" w="sm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C77D77D8-AD1A-8834-8D5C-4C07FE035BEA}"/>
                  </a:ext>
                </a:extLst>
              </p:cNvPr>
              <p:cNvSpPr txBox="1"/>
              <p:nvPr/>
            </p:nvSpPr>
            <p:spPr>
              <a:xfrm>
                <a:off x="5827950" y="2305544"/>
                <a:ext cx="37035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1400" b="1" dirty="0"/>
              </a:p>
            </p:txBody>
          </p:sp>
        </mc:Choice>
        <mc:Fallback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C77D77D8-AD1A-8834-8D5C-4C07FE035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950" y="2305544"/>
                <a:ext cx="370358" cy="215444"/>
              </a:xfrm>
              <a:prstGeom prst="rect">
                <a:avLst/>
              </a:prstGeom>
              <a:blipFill>
                <a:blip r:embed="rId9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978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>
            <a:extLst>
              <a:ext uri="{FF2B5EF4-FFF2-40B4-BE49-F238E27FC236}">
                <a16:creationId xmlns:a16="http://schemas.microsoft.com/office/drawing/2014/main" id="{CC975B2E-338E-E9F6-6CE2-3DF06183EEF1}"/>
              </a:ext>
            </a:extLst>
          </p:cNvPr>
          <p:cNvGrpSpPr/>
          <p:nvPr/>
        </p:nvGrpSpPr>
        <p:grpSpPr>
          <a:xfrm>
            <a:off x="251520" y="0"/>
            <a:ext cx="5036988" cy="2513028"/>
            <a:chOff x="1691680" y="0"/>
            <a:chExt cx="5036988" cy="2513028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09EA251E-85C1-A149-E914-14348DB3BEAC}"/>
                </a:ext>
              </a:extLst>
            </p:cNvPr>
            <p:cNvSpPr/>
            <p:nvPr/>
          </p:nvSpPr>
          <p:spPr>
            <a:xfrm>
              <a:off x="1691680" y="1412776"/>
              <a:ext cx="1440160" cy="57606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</a:rPr>
                <a:t>Incrémenter</a:t>
              </a:r>
            </a:p>
          </p:txBody>
        </p: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8D8702D7-C4B3-48E3-CD7C-FB814CD87297}"/>
                </a:ext>
              </a:extLst>
            </p:cNvPr>
            <p:cNvSpPr/>
            <p:nvPr/>
          </p:nvSpPr>
          <p:spPr>
            <a:xfrm>
              <a:off x="5288508" y="1417712"/>
              <a:ext cx="1440160" cy="57606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</a:rPr>
                <a:t>Décrémenter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E11C6922-71B0-FE81-67CE-73380BFACCCD}"/>
                </a:ext>
              </a:extLst>
            </p:cNvPr>
            <p:cNvSpPr/>
            <p:nvPr/>
          </p:nvSpPr>
          <p:spPr>
            <a:xfrm>
              <a:off x="4146240" y="0"/>
              <a:ext cx="144016" cy="144016"/>
            </a:xfrm>
            <a:prstGeom prst="ellipse">
              <a:avLst/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>
                <a:solidFill>
                  <a:schemeClr val="tx1"/>
                </a:solidFill>
              </a:endParaRP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2EC126B3-C1E7-B4BB-E545-FE57F9008D63}"/>
                </a:ext>
              </a:extLst>
            </p:cNvPr>
            <p:cNvSpPr/>
            <p:nvPr/>
          </p:nvSpPr>
          <p:spPr>
            <a:xfrm>
              <a:off x="3496386" y="557477"/>
              <a:ext cx="1440160" cy="57606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</a:rPr>
                <a:t>Initialisation</a:t>
              </a:r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22CBEE16-E9BA-6C1C-2ABD-D175020B375C}"/>
                </a:ext>
              </a:extLst>
            </p:cNvPr>
            <p:cNvSpPr/>
            <p:nvPr/>
          </p:nvSpPr>
          <p:spPr>
            <a:xfrm>
              <a:off x="2411760" y="826840"/>
              <a:ext cx="2165680" cy="1162000"/>
            </a:xfrm>
            <a:prstGeom prst="arc">
              <a:avLst>
                <a:gd name="adj1" fmla="val 10775173"/>
                <a:gd name="adj2" fmla="val 16161002"/>
              </a:avLst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C5FC173F-3069-F8BA-113C-0B1BF48E82EA}"/>
                </a:ext>
              </a:extLst>
            </p:cNvPr>
            <p:cNvSpPr/>
            <p:nvPr/>
          </p:nvSpPr>
          <p:spPr>
            <a:xfrm flipH="1">
              <a:off x="3851919" y="836712"/>
              <a:ext cx="2147657" cy="1161998"/>
            </a:xfrm>
            <a:prstGeom prst="arc">
              <a:avLst>
                <a:gd name="adj1" fmla="val 10775173"/>
                <a:gd name="adj2" fmla="val 16161002"/>
              </a:avLst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640F6ED-8CBD-FE45-A414-A48B7D5501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4416" y="1556792"/>
              <a:ext cx="2147664" cy="0"/>
            </a:xfrm>
            <a:prstGeom prst="line">
              <a:avLst/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F962D947-B8D6-3078-CDBA-6C0361BBC612}"/>
                </a:ext>
              </a:extLst>
            </p:cNvPr>
            <p:cNvCxnSpPr>
              <a:cxnSpLocks/>
            </p:cNvCxnSpPr>
            <p:nvPr/>
          </p:nvCxnSpPr>
          <p:spPr>
            <a:xfrm>
              <a:off x="3131840" y="1844824"/>
              <a:ext cx="2156668" cy="0"/>
            </a:xfrm>
            <a:prstGeom prst="line">
              <a:avLst/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3AA5D325-6094-BFE5-87AB-58CA14976E3D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4216466" y="144016"/>
              <a:ext cx="0" cy="413461"/>
            </a:xfrm>
            <a:prstGeom prst="line">
              <a:avLst/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9ADCD0F4-49C5-F1AB-9B63-110BDA2F526E}"/>
                </a:ext>
              </a:extLst>
            </p:cNvPr>
            <p:cNvSpPr txBox="1"/>
            <p:nvPr/>
          </p:nvSpPr>
          <p:spPr>
            <a:xfrm>
              <a:off x="4286692" y="228274"/>
              <a:ext cx="829931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FR" sz="1050" dirty="0"/>
                <a:t>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39EF830B-6714-61A2-11B8-810A7CD484F4}"/>
                    </a:ext>
                  </a:extLst>
                </p:cNvPr>
                <p:cNvSpPr txBox="1"/>
                <p:nvPr/>
              </p:nvSpPr>
              <p:spPr>
                <a:xfrm>
                  <a:off x="3526824" y="1319593"/>
                  <a:ext cx="139486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sz="1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fr-FR" sz="1400" dirty="0"/>
                    <a:t> / cpt = cpt – 1 </a:t>
                  </a:r>
                </a:p>
              </p:txBody>
            </p:sp>
          </mc:Choice>
          <mc:Fallback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39EF830B-6714-61A2-11B8-810A7CD48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6824" y="1319593"/>
                  <a:ext cx="1394869" cy="215444"/>
                </a:xfrm>
                <a:prstGeom prst="rect">
                  <a:avLst/>
                </a:prstGeom>
                <a:blipFill>
                  <a:blip r:embed="rId2"/>
                  <a:stretch>
                    <a:fillRect t="-25000" r="-6987" b="-472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ZoneTexte 14">
                  <a:extLst>
                    <a:ext uri="{FF2B5EF4-FFF2-40B4-BE49-F238E27FC236}">
                      <a16:creationId xmlns:a16="http://schemas.microsoft.com/office/drawing/2014/main" id="{D521006A-3B78-0BF2-CEDF-C3A5A32E2706}"/>
                    </a:ext>
                  </a:extLst>
                </p:cNvPr>
                <p:cNvSpPr txBox="1"/>
                <p:nvPr/>
              </p:nvSpPr>
              <p:spPr>
                <a:xfrm>
                  <a:off x="3544457" y="1613367"/>
                  <a:ext cx="135479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sz="14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fr-FR" sz="1400" dirty="0"/>
                    <a:t> / cpt = cpt + 1</a:t>
                  </a:r>
                </a:p>
              </p:txBody>
            </p:sp>
          </mc:Choice>
          <mc:Fallback>
            <p:sp>
              <p:nvSpPr>
                <p:cNvPr id="15" name="ZoneTexte 14">
                  <a:extLst>
                    <a:ext uri="{FF2B5EF4-FFF2-40B4-BE49-F238E27FC236}">
                      <a16:creationId xmlns:a16="http://schemas.microsoft.com/office/drawing/2014/main" id="{D521006A-3B78-0BF2-CEDF-C3A5A32E2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4457" y="1613367"/>
                  <a:ext cx="1354794" cy="215444"/>
                </a:xfrm>
                <a:prstGeom prst="rect">
                  <a:avLst/>
                </a:prstGeom>
                <a:blipFill>
                  <a:blip r:embed="rId3"/>
                  <a:stretch>
                    <a:fillRect t="-28571" r="-7207" b="-514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0FD63908-78A1-7A1D-46F9-56414C38FAE2}"/>
                </a:ext>
              </a:extLst>
            </p:cNvPr>
            <p:cNvSpPr/>
            <p:nvPr/>
          </p:nvSpPr>
          <p:spPr>
            <a:xfrm flipV="1">
              <a:off x="1871761" y="1705743"/>
              <a:ext cx="1080000" cy="566194"/>
            </a:xfrm>
            <a:prstGeom prst="arc">
              <a:avLst>
                <a:gd name="adj1" fmla="val 10775173"/>
                <a:gd name="adj2" fmla="val 7092"/>
              </a:avLst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84883046-6B66-B63D-9772-FB02D41F6BC7}"/>
                </a:ext>
              </a:extLst>
            </p:cNvPr>
            <p:cNvSpPr/>
            <p:nvPr/>
          </p:nvSpPr>
          <p:spPr>
            <a:xfrm flipV="1">
              <a:off x="5468587" y="1700808"/>
              <a:ext cx="1080000" cy="576064"/>
            </a:xfrm>
            <a:prstGeom prst="arc">
              <a:avLst>
                <a:gd name="adj1" fmla="val 10775173"/>
                <a:gd name="adj2" fmla="val 108304"/>
              </a:avLst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0C553585-9E7F-784B-3A7A-57BE6451ECE1}"/>
                    </a:ext>
                  </a:extLst>
                </p:cNvPr>
                <p:cNvSpPr txBox="1"/>
                <p:nvPr/>
              </p:nvSpPr>
              <p:spPr>
                <a:xfrm>
                  <a:off x="1759209" y="2297584"/>
                  <a:ext cx="130510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sz="14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fr-FR" sz="1400" dirty="0"/>
                    <a:t> / cpt = cpt+1</a:t>
                  </a:r>
                </a:p>
              </p:txBody>
            </p:sp>
          </mc:Choice>
          <mc:Fallback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0C553585-9E7F-784B-3A7A-57BE6451E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209" y="2297584"/>
                  <a:ext cx="1305101" cy="215444"/>
                </a:xfrm>
                <a:prstGeom prst="rect">
                  <a:avLst/>
                </a:prstGeom>
                <a:blipFill>
                  <a:blip r:embed="rId4"/>
                  <a:stretch>
                    <a:fillRect t="-25714" r="-4673" b="-514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88966908-831C-E7ED-EFDA-946919AD203E}"/>
                    </a:ext>
                  </a:extLst>
                </p:cNvPr>
                <p:cNvSpPr txBox="1"/>
                <p:nvPr/>
              </p:nvSpPr>
              <p:spPr>
                <a:xfrm>
                  <a:off x="5313556" y="2271937"/>
                  <a:ext cx="139006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sz="1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fr-FR" sz="1400" dirty="0"/>
                    <a:t> / cpt = cpt - 1 </a:t>
                  </a:r>
                </a:p>
              </p:txBody>
            </p:sp>
          </mc:Choice>
          <mc:Fallback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88966908-831C-E7ED-EFDA-946919AD2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3556" y="2271937"/>
                  <a:ext cx="1390061" cy="215444"/>
                </a:xfrm>
                <a:prstGeom prst="rect">
                  <a:avLst/>
                </a:prstGeom>
                <a:blipFill>
                  <a:blip r:embed="rId5"/>
                  <a:stretch>
                    <a:fillRect t="-28571" r="-4825" b="-514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3A5A098D-DBC1-82F6-17FE-9AE97EEC4F89}"/>
                    </a:ext>
                  </a:extLst>
                </p:cNvPr>
                <p:cNvSpPr txBox="1"/>
                <p:nvPr/>
              </p:nvSpPr>
              <p:spPr>
                <a:xfrm>
                  <a:off x="5273897" y="650303"/>
                  <a:ext cx="112473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sz="1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fr-FR" sz="1400" dirty="0"/>
                    <a:t> / cpt = – 1 </a:t>
                  </a:r>
                </a:p>
              </p:txBody>
            </p:sp>
          </mc:Choice>
          <mc:Fallback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3A5A098D-DBC1-82F6-17FE-9AE97EEC4F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3897" y="650303"/>
                  <a:ext cx="1124731" cy="215444"/>
                </a:xfrm>
                <a:prstGeom prst="rect">
                  <a:avLst/>
                </a:prstGeom>
                <a:blipFill>
                  <a:blip r:embed="rId6"/>
                  <a:stretch>
                    <a:fillRect t="-28571" r="-9239" b="-514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ZoneTexte 20">
                  <a:extLst>
                    <a:ext uri="{FF2B5EF4-FFF2-40B4-BE49-F238E27FC236}">
                      <a16:creationId xmlns:a16="http://schemas.microsoft.com/office/drawing/2014/main" id="{7A96E658-5744-418A-7431-E59A72F76D71}"/>
                    </a:ext>
                  </a:extLst>
                </p:cNvPr>
                <p:cNvSpPr txBox="1"/>
                <p:nvPr/>
              </p:nvSpPr>
              <p:spPr>
                <a:xfrm>
                  <a:off x="1999260" y="685992"/>
                  <a:ext cx="95481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sz="14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fr-FR" sz="1400" dirty="0"/>
                    <a:t> / cpt = 1</a:t>
                  </a:r>
                </a:p>
              </p:txBody>
            </p:sp>
          </mc:Choice>
          <mc:Fallback>
            <p:sp>
              <p:nvSpPr>
                <p:cNvPr id="21" name="ZoneTexte 20">
                  <a:extLst>
                    <a:ext uri="{FF2B5EF4-FFF2-40B4-BE49-F238E27FC236}">
                      <a16:creationId xmlns:a16="http://schemas.microsoft.com/office/drawing/2014/main" id="{7A96E658-5744-418A-7431-E59A72F76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9260" y="685992"/>
                  <a:ext cx="954813" cy="215444"/>
                </a:xfrm>
                <a:prstGeom prst="rect">
                  <a:avLst/>
                </a:prstGeom>
                <a:blipFill>
                  <a:blip r:embed="rId7"/>
                  <a:stretch>
                    <a:fillRect t="-28571" r="-10897" b="-5142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E1E58163-AA9B-BD84-8E7D-0390F8407808}"/>
              </a:ext>
            </a:extLst>
          </p:cNvPr>
          <p:cNvGrpSpPr/>
          <p:nvPr/>
        </p:nvGrpSpPr>
        <p:grpSpPr>
          <a:xfrm>
            <a:off x="6022703" y="0"/>
            <a:ext cx="5036988" cy="2538106"/>
            <a:chOff x="1691680" y="0"/>
            <a:chExt cx="5036988" cy="2538106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873B55E8-D622-4210-6022-FFC45B0A6F63}"/>
                </a:ext>
              </a:extLst>
            </p:cNvPr>
            <p:cNvSpPr/>
            <p:nvPr/>
          </p:nvSpPr>
          <p:spPr>
            <a:xfrm>
              <a:off x="1691680" y="1412776"/>
              <a:ext cx="1440160" cy="57606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</a:rPr>
                <a:t>Incrémenter</a:t>
              </a:r>
            </a:p>
            <a:p>
              <a:pPr algn="ctr"/>
              <a:endParaRPr lang="fr-FR" sz="1000" b="1" dirty="0">
                <a:solidFill>
                  <a:schemeClr val="tx1"/>
                </a:solidFill>
              </a:endParaRPr>
            </a:p>
            <a:p>
              <a:r>
                <a:rPr lang="fr-FR" sz="1000" dirty="0">
                  <a:solidFill>
                    <a:schemeClr val="tx1"/>
                  </a:solidFill>
                </a:rPr>
                <a:t>cpt = cpt +1</a:t>
              </a:r>
            </a:p>
          </p:txBody>
        </p:sp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E6655703-A546-8272-13C4-9F7F2BC9ADA9}"/>
                </a:ext>
              </a:extLst>
            </p:cNvPr>
            <p:cNvSpPr/>
            <p:nvPr/>
          </p:nvSpPr>
          <p:spPr>
            <a:xfrm>
              <a:off x="5288508" y="1417712"/>
              <a:ext cx="1440160" cy="57606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</a:rPr>
                <a:t>Décrémenter</a:t>
              </a:r>
            </a:p>
            <a:p>
              <a:pPr algn="ctr"/>
              <a:endParaRPr lang="fr-FR" sz="1000" dirty="0">
                <a:solidFill>
                  <a:schemeClr val="tx1"/>
                </a:solidFill>
              </a:endParaRPr>
            </a:p>
            <a:p>
              <a:r>
                <a:rPr lang="fr-FR" sz="1000" dirty="0">
                  <a:solidFill>
                    <a:schemeClr val="tx1"/>
                  </a:solidFill>
                </a:rPr>
                <a:t>cpt = cpt – 1 </a:t>
              </a:r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2C5F25F4-E35A-C091-CF48-EBE50BB4E4A1}"/>
                </a:ext>
              </a:extLst>
            </p:cNvPr>
            <p:cNvSpPr/>
            <p:nvPr/>
          </p:nvSpPr>
          <p:spPr>
            <a:xfrm>
              <a:off x="4146240" y="0"/>
              <a:ext cx="144016" cy="144016"/>
            </a:xfrm>
            <a:prstGeom prst="ellipse">
              <a:avLst/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>
                <a:solidFill>
                  <a:schemeClr val="tx1"/>
                </a:solidFill>
              </a:endParaRPr>
            </a:p>
          </p:txBody>
        </p:sp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BBABDD97-0395-B360-1936-BB1D106FBF1B}"/>
                </a:ext>
              </a:extLst>
            </p:cNvPr>
            <p:cNvSpPr/>
            <p:nvPr/>
          </p:nvSpPr>
          <p:spPr>
            <a:xfrm>
              <a:off x="3496386" y="557477"/>
              <a:ext cx="1440160" cy="57606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</a:rPr>
                <a:t>Initialisation</a:t>
              </a:r>
            </a:p>
            <a:p>
              <a:pPr algn="ctr"/>
              <a:endParaRPr lang="fr-FR" sz="1000" b="1" dirty="0">
                <a:solidFill>
                  <a:schemeClr val="tx1"/>
                </a:solidFill>
              </a:endParaRPr>
            </a:p>
            <a:p>
              <a:r>
                <a:rPr lang="fr-FR" sz="1000" dirty="0">
                  <a:solidFill>
                    <a:schemeClr val="tx1"/>
                  </a:solidFill>
                </a:rPr>
                <a:t>cpt = 0</a:t>
              </a:r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661B5565-2F67-9BBA-1796-4DDCD27AFB5A}"/>
                </a:ext>
              </a:extLst>
            </p:cNvPr>
            <p:cNvSpPr/>
            <p:nvPr/>
          </p:nvSpPr>
          <p:spPr>
            <a:xfrm>
              <a:off x="2411760" y="826840"/>
              <a:ext cx="2165680" cy="1162000"/>
            </a:xfrm>
            <a:prstGeom prst="arc">
              <a:avLst>
                <a:gd name="adj1" fmla="val 10775173"/>
                <a:gd name="adj2" fmla="val 16161002"/>
              </a:avLst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D813D98C-81D7-63D7-8003-EC730A178227}"/>
                </a:ext>
              </a:extLst>
            </p:cNvPr>
            <p:cNvSpPr/>
            <p:nvPr/>
          </p:nvSpPr>
          <p:spPr>
            <a:xfrm flipH="1">
              <a:off x="3851919" y="836712"/>
              <a:ext cx="2147657" cy="1161998"/>
            </a:xfrm>
            <a:prstGeom prst="arc">
              <a:avLst>
                <a:gd name="adj1" fmla="val 10775173"/>
                <a:gd name="adj2" fmla="val 16161002"/>
              </a:avLst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60805F2B-EA83-0C03-BF04-1FFC55B749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4416" y="1556792"/>
              <a:ext cx="2147664" cy="0"/>
            </a:xfrm>
            <a:prstGeom prst="line">
              <a:avLst/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F89CDAAE-230F-EFB3-63DB-DB8ED8170C5C}"/>
                </a:ext>
              </a:extLst>
            </p:cNvPr>
            <p:cNvCxnSpPr>
              <a:cxnSpLocks/>
            </p:cNvCxnSpPr>
            <p:nvPr/>
          </p:nvCxnSpPr>
          <p:spPr>
            <a:xfrm>
              <a:off x="3131840" y="1844824"/>
              <a:ext cx="2156668" cy="0"/>
            </a:xfrm>
            <a:prstGeom prst="line">
              <a:avLst/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134E70B9-308B-67C8-9718-A312D2C1FD88}"/>
                </a:ext>
              </a:extLst>
            </p:cNvPr>
            <p:cNvCxnSpPr>
              <a:cxnSpLocks/>
              <a:stCxn id="26" idx="0"/>
              <a:endCxn id="25" idx="4"/>
            </p:cNvCxnSpPr>
            <p:nvPr/>
          </p:nvCxnSpPr>
          <p:spPr>
            <a:xfrm flipV="1">
              <a:off x="4216466" y="144016"/>
              <a:ext cx="0" cy="413461"/>
            </a:xfrm>
            <a:prstGeom prst="line">
              <a:avLst/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21103F1C-6233-6AA3-3263-3D4D57F0563C}"/>
                    </a:ext>
                  </a:extLst>
                </p:cNvPr>
                <p:cNvSpPr txBox="1"/>
                <p:nvPr/>
              </p:nvSpPr>
              <p:spPr>
                <a:xfrm>
                  <a:off x="5437674" y="696617"/>
                  <a:ext cx="37035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fr-FR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fr-FR" sz="1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sz="1400" b="1" dirty="0"/>
                </a:p>
              </p:txBody>
            </p:sp>
          </mc:Choice>
          <mc:Fallback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21103F1C-6233-6AA3-3263-3D4D57F056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7674" y="696617"/>
                  <a:ext cx="370358" cy="215444"/>
                </a:xfrm>
                <a:prstGeom prst="rect">
                  <a:avLst/>
                </a:prstGeom>
                <a:blipFill>
                  <a:blip r:embed="rId8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0071BBAD-ED71-5993-6862-4787E9A61F86}"/>
                </a:ext>
              </a:extLst>
            </p:cNvPr>
            <p:cNvSpPr txBox="1"/>
            <p:nvPr/>
          </p:nvSpPr>
          <p:spPr>
            <a:xfrm>
              <a:off x="4286693" y="228274"/>
              <a:ext cx="176330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r-FR" sz="1050" dirty="0"/>
                <a:t>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A715F1A6-0354-1ED9-B438-65DC57B3F464}"/>
                    </a:ext>
                  </a:extLst>
                </p:cNvPr>
                <p:cNvSpPr txBox="1"/>
                <p:nvPr/>
              </p:nvSpPr>
              <p:spPr>
                <a:xfrm>
                  <a:off x="2577547" y="678245"/>
                  <a:ext cx="44813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fr-FR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sz="1400" b="1" dirty="0"/>
                </a:p>
              </p:txBody>
            </p:sp>
          </mc:Choice>
          <mc:Fallback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A715F1A6-0354-1ED9-B438-65DC57B3F4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7547" y="678245"/>
                  <a:ext cx="448133" cy="215444"/>
                </a:xfrm>
                <a:prstGeom prst="rect">
                  <a:avLst/>
                </a:prstGeom>
                <a:blipFill>
                  <a:blip r:embed="rId9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97583116-2FE9-D623-A068-4CB105FD56F3}"/>
                    </a:ext>
                  </a:extLst>
                </p:cNvPr>
                <p:cNvSpPr txBox="1"/>
                <p:nvPr/>
              </p:nvSpPr>
              <p:spPr>
                <a:xfrm>
                  <a:off x="4060285" y="1318432"/>
                  <a:ext cx="37035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fr-FR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sz="1400" b="1" dirty="0"/>
                </a:p>
              </p:txBody>
            </p:sp>
          </mc:Choice>
          <mc:Fallback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97583116-2FE9-D623-A068-4CB105FD5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0285" y="1318432"/>
                  <a:ext cx="370358" cy="215444"/>
                </a:xfrm>
                <a:prstGeom prst="rect">
                  <a:avLst/>
                </a:prstGeom>
                <a:blipFill>
                  <a:blip r:embed="rId10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ABA86A09-6B64-5328-9E90-DB1095D7242D}"/>
                    </a:ext>
                  </a:extLst>
                </p:cNvPr>
                <p:cNvSpPr txBox="1"/>
                <p:nvPr/>
              </p:nvSpPr>
              <p:spPr>
                <a:xfrm>
                  <a:off x="4060285" y="1603609"/>
                  <a:ext cx="37035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fr-FR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sz="1400" b="1" dirty="0"/>
                </a:p>
              </p:txBody>
            </p:sp>
          </mc:Choice>
          <mc:Fallback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ABA86A09-6B64-5328-9E90-DB1095D72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0285" y="1603609"/>
                  <a:ext cx="370358" cy="215444"/>
                </a:xfrm>
                <a:prstGeom prst="rect">
                  <a:avLst/>
                </a:prstGeom>
                <a:blipFill>
                  <a:blip r:embed="rId11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1CA4C3C3-E08C-A826-C678-861B4E850EAD}"/>
                </a:ext>
              </a:extLst>
            </p:cNvPr>
            <p:cNvSpPr/>
            <p:nvPr/>
          </p:nvSpPr>
          <p:spPr>
            <a:xfrm flipV="1">
              <a:off x="1880772" y="1710678"/>
              <a:ext cx="1080000" cy="576064"/>
            </a:xfrm>
            <a:prstGeom prst="arc">
              <a:avLst>
                <a:gd name="adj1" fmla="val 10775173"/>
                <a:gd name="adj2" fmla="val 108304"/>
              </a:avLst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12362C55-3F48-A203-7DAD-AA841AC658CE}"/>
                    </a:ext>
                  </a:extLst>
                </p:cNvPr>
                <p:cNvSpPr txBox="1"/>
                <p:nvPr/>
              </p:nvSpPr>
              <p:spPr>
                <a:xfrm>
                  <a:off x="2226581" y="2322662"/>
                  <a:ext cx="37035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fr-FR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sz="1400" b="1" dirty="0"/>
                </a:p>
              </p:txBody>
            </p:sp>
          </mc:Choice>
          <mc:Fallback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12362C55-3F48-A203-7DAD-AA841AC658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6581" y="2322662"/>
                  <a:ext cx="370358" cy="215444"/>
                </a:xfrm>
                <a:prstGeom prst="rect">
                  <a:avLst/>
                </a:prstGeom>
                <a:blipFill>
                  <a:blip r:embed="rId12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D1FE64D5-AA56-A109-A2B3-7ED8E5D84BD1}"/>
                </a:ext>
              </a:extLst>
            </p:cNvPr>
            <p:cNvSpPr/>
            <p:nvPr/>
          </p:nvSpPr>
          <p:spPr>
            <a:xfrm flipV="1">
              <a:off x="5468587" y="1708211"/>
              <a:ext cx="1080000" cy="576064"/>
            </a:xfrm>
            <a:prstGeom prst="arc">
              <a:avLst>
                <a:gd name="adj1" fmla="val 10775173"/>
                <a:gd name="adj2" fmla="val 108304"/>
              </a:avLst>
            </a:prstGeom>
            <a:ln w="19050">
              <a:solidFill>
                <a:srgbClr val="002060"/>
              </a:solidFill>
              <a:headEnd type="stealth" w="sm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ZoneTexte 39">
                  <a:extLst>
                    <a:ext uri="{FF2B5EF4-FFF2-40B4-BE49-F238E27FC236}">
                      <a16:creationId xmlns:a16="http://schemas.microsoft.com/office/drawing/2014/main" id="{9EB79FA7-74B0-66B3-2026-750DDFB23241}"/>
                    </a:ext>
                  </a:extLst>
                </p:cNvPr>
                <p:cNvSpPr txBox="1"/>
                <p:nvPr/>
              </p:nvSpPr>
              <p:spPr>
                <a:xfrm>
                  <a:off x="5827950" y="2305544"/>
                  <a:ext cx="37035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fr-FR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fr-FR" sz="14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sz="1400" b="1" dirty="0"/>
                </a:p>
              </p:txBody>
            </p:sp>
          </mc:Choice>
          <mc:Fallback>
            <p:sp>
              <p:nvSpPr>
                <p:cNvPr id="40" name="ZoneTexte 39">
                  <a:extLst>
                    <a:ext uri="{FF2B5EF4-FFF2-40B4-BE49-F238E27FC236}">
                      <a16:creationId xmlns:a16="http://schemas.microsoft.com/office/drawing/2014/main" id="{9EB79FA7-74B0-66B3-2026-750DDFB23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950" y="2305544"/>
                  <a:ext cx="370358" cy="215444"/>
                </a:xfrm>
                <a:prstGeom prst="rect">
                  <a:avLst/>
                </a:prstGeom>
                <a:blipFill>
                  <a:blip r:embed="rId13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CB58B3A7-1AFE-6C26-89BE-81F7B2624D24}"/>
                  </a:ext>
                </a:extLst>
              </p:cNvPr>
              <p:cNvSpPr txBox="1"/>
              <p:nvPr/>
            </p:nvSpPr>
            <p:spPr>
              <a:xfrm>
                <a:off x="484014" y="2721706"/>
                <a:ext cx="457200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⋅↓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⋅↑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⋅↑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⋅↓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800" dirty="0"/>
              </a:p>
            </p:txBody>
          </p:sp>
        </mc:Choice>
        <mc:Fallback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CB58B3A7-1AFE-6C26-89BE-81F7B2624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14" y="2721706"/>
                <a:ext cx="4572000" cy="36990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1C471A38-DAD6-2EFB-600D-D7B86F9E9086}"/>
                  </a:ext>
                </a:extLst>
              </p:cNvPr>
              <p:cNvSpPr txBox="1"/>
              <p:nvPr/>
            </p:nvSpPr>
            <p:spPr>
              <a:xfrm>
                <a:off x="463053" y="3011760"/>
                <a:ext cx="4572000" cy="369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⋅↑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⋅↓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⋅↓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⋅↑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800" dirty="0"/>
              </a:p>
            </p:txBody>
          </p:sp>
        </mc:Choice>
        <mc:Fallback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1C471A38-DAD6-2EFB-600D-D7B86F9E9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53" y="3011760"/>
                <a:ext cx="4572000" cy="36990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1257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 flipV="1">
            <a:off x="251520" y="332656"/>
            <a:ext cx="0" cy="936104"/>
          </a:xfrm>
          <a:prstGeom prst="straightConnector1">
            <a:avLst/>
          </a:prstGeom>
          <a:ln w="19050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>
            <a:off x="251520" y="1268760"/>
            <a:ext cx="2808312" cy="0"/>
          </a:xfrm>
          <a:prstGeom prst="straightConnector1">
            <a:avLst/>
          </a:prstGeom>
          <a:ln w="19050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251520" y="1268760"/>
            <a:ext cx="72008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971600" y="54868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1115616" y="54868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flipH="1">
            <a:off x="971600" y="548680"/>
            <a:ext cx="144016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1115616" y="1268760"/>
            <a:ext cx="573748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1689364" y="54868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>
            <a:off x="1830700" y="54868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flipH="1">
            <a:off x="1689364" y="542377"/>
            <a:ext cx="144016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1833380" y="1268760"/>
            <a:ext cx="54006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238702" y="251733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Bouton</a:t>
            </a:r>
          </a:p>
        </p:txBody>
      </p:sp>
      <p:cxnSp>
        <p:nvCxnSpPr>
          <p:cNvPr id="27" name="Connecteur droit avec flèche 26"/>
          <p:cNvCxnSpPr/>
          <p:nvPr/>
        </p:nvCxnSpPr>
        <p:spPr>
          <a:xfrm flipV="1">
            <a:off x="251520" y="1772816"/>
            <a:ext cx="0" cy="936104"/>
          </a:xfrm>
          <a:prstGeom prst="straightConnector1">
            <a:avLst/>
          </a:prstGeom>
          <a:ln w="19050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>
            <a:off x="251520" y="2708920"/>
            <a:ext cx="2808312" cy="0"/>
          </a:xfrm>
          <a:prstGeom prst="straightConnector1">
            <a:avLst/>
          </a:prstGeom>
          <a:ln w="19050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251520" y="2708920"/>
            <a:ext cx="72008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971600" y="198884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 flipH="1">
            <a:off x="971600" y="1988840"/>
            <a:ext cx="719776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>
            <a:off x="1689364" y="198884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/>
          <p:cNvCxnSpPr/>
          <p:nvPr/>
        </p:nvCxnSpPr>
        <p:spPr>
          <a:xfrm>
            <a:off x="1691376" y="2708920"/>
            <a:ext cx="68206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238702" y="1583214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Lumière</a:t>
            </a:r>
          </a:p>
        </p:txBody>
      </p:sp>
      <p:sp>
        <p:nvSpPr>
          <p:cNvPr id="62" name="ZoneTexte 61"/>
          <p:cNvSpPr txBox="1"/>
          <p:nvPr/>
        </p:nvSpPr>
        <p:spPr>
          <a:xfrm>
            <a:off x="29323" y="411220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1</a:t>
            </a:r>
          </a:p>
        </p:txBody>
      </p:sp>
      <p:sp>
        <p:nvSpPr>
          <p:cNvPr id="63" name="ZoneTexte 62"/>
          <p:cNvSpPr txBox="1"/>
          <p:nvPr/>
        </p:nvSpPr>
        <p:spPr>
          <a:xfrm>
            <a:off x="29323" y="1137955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0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2411760" y="1007150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temps</a:t>
            </a:r>
          </a:p>
        </p:txBody>
      </p:sp>
      <p:sp>
        <p:nvSpPr>
          <p:cNvPr id="65" name="ZoneTexte 64"/>
          <p:cNvSpPr txBox="1"/>
          <p:nvPr/>
        </p:nvSpPr>
        <p:spPr>
          <a:xfrm>
            <a:off x="2411760" y="2447310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temps</a:t>
            </a:r>
          </a:p>
        </p:txBody>
      </p:sp>
      <p:sp>
        <p:nvSpPr>
          <p:cNvPr id="66" name="ZoneTexte 65"/>
          <p:cNvSpPr txBox="1"/>
          <p:nvPr/>
        </p:nvSpPr>
        <p:spPr>
          <a:xfrm>
            <a:off x="-347621" y="1804174"/>
            <a:ext cx="75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/>
              <a:t>Lumière allumée</a:t>
            </a:r>
          </a:p>
        </p:txBody>
      </p:sp>
      <p:sp>
        <p:nvSpPr>
          <p:cNvPr id="67" name="ZoneTexte 66"/>
          <p:cNvSpPr txBox="1"/>
          <p:nvPr/>
        </p:nvSpPr>
        <p:spPr>
          <a:xfrm>
            <a:off x="-347621" y="2524254"/>
            <a:ext cx="75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/>
              <a:t>Lumière éteinte</a:t>
            </a:r>
          </a:p>
        </p:txBody>
      </p:sp>
    </p:spTree>
    <p:extLst>
      <p:ext uri="{BB962C8B-B14F-4D97-AF65-F5344CB8AC3E}">
        <p14:creationId xmlns:p14="http://schemas.microsoft.com/office/powerpoint/2010/main" val="55737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 flipV="1">
            <a:off x="251520" y="332656"/>
            <a:ext cx="0" cy="936104"/>
          </a:xfrm>
          <a:prstGeom prst="straightConnector1">
            <a:avLst/>
          </a:prstGeom>
          <a:ln w="19050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>
            <a:off x="251520" y="1268760"/>
            <a:ext cx="2808312" cy="0"/>
          </a:xfrm>
          <a:prstGeom prst="straightConnector1">
            <a:avLst/>
          </a:prstGeom>
          <a:ln w="19050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251520" y="1268760"/>
            <a:ext cx="72008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971600" y="54868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1115616" y="54868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flipH="1">
            <a:off x="971600" y="548680"/>
            <a:ext cx="144016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1115616" y="1268760"/>
            <a:ext cx="125782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238702" y="251733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m</a:t>
            </a:r>
          </a:p>
        </p:txBody>
      </p:sp>
      <p:cxnSp>
        <p:nvCxnSpPr>
          <p:cNvPr id="27" name="Connecteur droit avec flèche 26"/>
          <p:cNvCxnSpPr/>
          <p:nvPr/>
        </p:nvCxnSpPr>
        <p:spPr>
          <a:xfrm flipV="1">
            <a:off x="251520" y="1772816"/>
            <a:ext cx="0" cy="936104"/>
          </a:xfrm>
          <a:prstGeom prst="straightConnector1">
            <a:avLst/>
          </a:prstGeom>
          <a:ln w="19050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>
            <a:off x="251520" y="2708920"/>
            <a:ext cx="2808312" cy="0"/>
          </a:xfrm>
          <a:prstGeom prst="straightConnector1">
            <a:avLst/>
          </a:prstGeom>
          <a:ln w="19050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251520" y="2708920"/>
            <a:ext cx="1439856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1691376" y="198884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 flipH="1">
            <a:off x="1691376" y="1988840"/>
            <a:ext cx="14432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>
            <a:off x="1835696" y="198884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/>
          <p:cNvCxnSpPr/>
          <p:nvPr/>
        </p:nvCxnSpPr>
        <p:spPr>
          <a:xfrm>
            <a:off x="1835696" y="2708920"/>
            <a:ext cx="53774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238702" y="1583214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a</a:t>
            </a:r>
          </a:p>
        </p:txBody>
      </p:sp>
      <p:sp>
        <p:nvSpPr>
          <p:cNvPr id="62" name="ZoneTexte 61"/>
          <p:cNvSpPr txBox="1"/>
          <p:nvPr/>
        </p:nvSpPr>
        <p:spPr>
          <a:xfrm>
            <a:off x="29323" y="411220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1</a:t>
            </a:r>
          </a:p>
        </p:txBody>
      </p:sp>
      <p:sp>
        <p:nvSpPr>
          <p:cNvPr id="63" name="ZoneTexte 62"/>
          <p:cNvSpPr txBox="1"/>
          <p:nvPr/>
        </p:nvSpPr>
        <p:spPr>
          <a:xfrm>
            <a:off x="29323" y="1137955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0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2411760" y="1007150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temps</a:t>
            </a:r>
          </a:p>
        </p:txBody>
      </p:sp>
      <p:sp>
        <p:nvSpPr>
          <p:cNvPr id="65" name="ZoneTexte 64"/>
          <p:cNvSpPr txBox="1"/>
          <p:nvPr/>
        </p:nvSpPr>
        <p:spPr>
          <a:xfrm>
            <a:off x="2411760" y="2447310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temps</a:t>
            </a:r>
          </a:p>
        </p:txBody>
      </p:sp>
      <p:cxnSp>
        <p:nvCxnSpPr>
          <p:cNvPr id="31" name="Connecteur droit avec flèche 30"/>
          <p:cNvCxnSpPr/>
          <p:nvPr/>
        </p:nvCxnSpPr>
        <p:spPr>
          <a:xfrm flipV="1">
            <a:off x="237755" y="3192014"/>
            <a:ext cx="0" cy="936104"/>
          </a:xfrm>
          <a:prstGeom prst="straightConnector1">
            <a:avLst/>
          </a:prstGeom>
          <a:ln w="19050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237755" y="4128118"/>
            <a:ext cx="2808312" cy="0"/>
          </a:xfrm>
          <a:prstGeom prst="straightConnector1">
            <a:avLst/>
          </a:prstGeom>
          <a:ln w="19050">
            <a:solidFill>
              <a:srgbClr val="00206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>
            <a:off x="237755" y="4128118"/>
            <a:ext cx="72008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>
            <a:off x="957835" y="3408038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 flipH="1">
            <a:off x="957835" y="3408038"/>
            <a:ext cx="719776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>
            <a:off x="1675599" y="3408038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>
            <a:off x="1677611" y="4128118"/>
            <a:ext cx="68206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/>
          <p:cNvSpPr txBox="1"/>
          <p:nvPr/>
        </p:nvSpPr>
        <p:spPr>
          <a:xfrm>
            <a:off x="224937" y="3002412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M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2397995" y="3866508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temps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-416806" y="3223372"/>
            <a:ext cx="75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/>
              <a:t>Moteur en mouvement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-361386" y="3943452"/>
            <a:ext cx="75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/>
              <a:t>Moteur arrêté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324067"/>
              </p:ext>
            </p:extLst>
          </p:nvPr>
        </p:nvGraphicFramePr>
        <p:xfrm>
          <a:off x="3707904" y="1399565"/>
          <a:ext cx="43053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6617880" imgH="2130480" progId="Word.Picture.8">
                  <p:embed/>
                </p:oleObj>
              </mc:Choice>
              <mc:Fallback>
                <p:oleObj name="Picture" r:id="rId2" imgW="6617880" imgH="2130480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1399565"/>
                        <a:ext cx="430530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271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/>
          <p:nvPr/>
        </p:nvCxnSpPr>
        <p:spPr>
          <a:xfrm>
            <a:off x="971600" y="1628800"/>
            <a:ext cx="57606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flipV="1">
            <a:off x="971600" y="126876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547664" y="1412776"/>
            <a:ext cx="0" cy="2176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1457864" y="1412776"/>
            <a:ext cx="377832" cy="21602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1835696" y="1630392"/>
            <a:ext cx="57606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 flipV="1">
            <a:off x="2411760" y="126876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2411760" y="1267168"/>
            <a:ext cx="36004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>
            <a:off x="2411760" y="1988840"/>
            <a:ext cx="36004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3131840" y="1267168"/>
            <a:ext cx="36004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3131840" y="1988840"/>
            <a:ext cx="36004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flipV="1">
            <a:off x="3491880" y="1267168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H="1">
            <a:off x="2771800" y="1268760"/>
            <a:ext cx="360040" cy="1440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H="1">
            <a:off x="2775655" y="1987248"/>
            <a:ext cx="360040" cy="1440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>
            <a:off x="3491880" y="1607079"/>
            <a:ext cx="38138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873260" y="1320639"/>
            <a:ext cx="269462" cy="572880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8" name="Connecteur droit 37"/>
          <p:cNvCxnSpPr/>
          <p:nvPr/>
        </p:nvCxnSpPr>
        <p:spPr>
          <a:xfrm flipH="1" flipV="1">
            <a:off x="3873260" y="1412777"/>
            <a:ext cx="269462" cy="34670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>
            <a:off x="4142722" y="1607079"/>
            <a:ext cx="41845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flipV="1">
            <a:off x="4561174" y="1247039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/>
              <p:cNvSpPr txBox="1"/>
              <p:nvPr/>
            </p:nvSpPr>
            <p:spPr>
              <a:xfrm>
                <a:off x="1507208" y="1780580"/>
                <a:ext cx="3284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5" name="ZoneTexte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208" y="1780580"/>
                <a:ext cx="328488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/>
              <p:cNvSpPr txBox="1"/>
              <p:nvPr/>
            </p:nvSpPr>
            <p:spPr>
              <a:xfrm>
                <a:off x="2791431" y="904827"/>
                <a:ext cx="3785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6" name="ZoneTexte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431" y="904827"/>
                <a:ext cx="378502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/>
              <p:cNvSpPr txBox="1"/>
              <p:nvPr/>
            </p:nvSpPr>
            <p:spPr>
              <a:xfrm>
                <a:off x="2956164" y="1709484"/>
                <a:ext cx="3263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7" name="ZoneTexte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164" y="1709484"/>
                <a:ext cx="326371" cy="30777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onnecteur droit 47"/>
          <p:cNvCxnSpPr/>
          <p:nvPr/>
        </p:nvCxnSpPr>
        <p:spPr>
          <a:xfrm flipV="1">
            <a:off x="971600" y="234888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/>
        </p:nvCxnSpPr>
        <p:spPr>
          <a:xfrm flipV="1">
            <a:off x="4561174" y="234888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2980682" y="1340768"/>
            <a:ext cx="0" cy="24536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>
            <a:off x="2855841" y="1579391"/>
            <a:ext cx="24968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093262" y="1470072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868912" y="1471672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1691680" y="1557763"/>
            <a:ext cx="0" cy="24536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1566839" y="1796386"/>
            <a:ext cx="24968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>
            <a:off x="1804260" y="1687067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>
            <a:off x="1579910" y="1688667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>
            <a:off x="971600" y="2708920"/>
            <a:ext cx="18002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>
            <a:off x="3131840" y="2708920"/>
            <a:ext cx="712543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H="1">
            <a:off x="2775655" y="2707328"/>
            <a:ext cx="360040" cy="1440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ZoneTexte 65"/>
              <p:cNvSpPr txBox="1"/>
              <p:nvPr/>
            </p:nvSpPr>
            <p:spPr>
              <a:xfrm>
                <a:off x="2955675" y="2401143"/>
                <a:ext cx="3263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6" name="ZoneTexte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675" y="2401143"/>
                <a:ext cx="326371" cy="30777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Connecteur droit 68"/>
          <p:cNvCxnSpPr/>
          <p:nvPr/>
        </p:nvCxnSpPr>
        <p:spPr>
          <a:xfrm flipH="1">
            <a:off x="2951820" y="2059256"/>
            <a:ext cx="11900" cy="72008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/>
              <p:cNvSpPr txBox="1"/>
              <p:nvPr/>
            </p:nvSpPr>
            <p:spPr>
              <a:xfrm>
                <a:off x="3844805" y="1005378"/>
                <a:ext cx="3445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1" name="ZoneTexte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805" y="1005378"/>
                <a:ext cx="344517" cy="3077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/>
              <p:cNvSpPr txBox="1"/>
              <p:nvPr/>
            </p:nvSpPr>
            <p:spPr>
              <a:xfrm>
                <a:off x="489481" y="1463448"/>
                <a:ext cx="4821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0 </m:t>
                      </m:r>
                      <m:r>
                        <a:rPr lang="fr-FR" sz="14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2" name="ZoneTexte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1" y="1463448"/>
                <a:ext cx="482119" cy="30777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/>
              <p:cNvSpPr txBox="1"/>
              <p:nvPr/>
            </p:nvSpPr>
            <p:spPr>
              <a:xfrm>
                <a:off x="489480" y="2555031"/>
                <a:ext cx="4821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0 </m:t>
                      </m:r>
                      <m:r>
                        <a:rPr lang="fr-FR" sz="14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3" name="ZoneTexte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0" y="2555031"/>
                <a:ext cx="482119" cy="30777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4556927" y="1442650"/>
                <a:ext cx="5815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12 </m:t>
                      </m:r>
                      <m:r>
                        <a:rPr lang="fr-FR" sz="14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927" y="1442650"/>
                <a:ext cx="581506" cy="307777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4561174" y="2543567"/>
                <a:ext cx="6808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latin typeface="Cambria Math"/>
                        </a:rPr>
                        <m:t>2</m:t>
                      </m:r>
                      <m:r>
                        <a:rPr lang="fr-FR" sz="1400" b="0" i="1" smtClean="0">
                          <a:latin typeface="Cambria Math"/>
                        </a:rPr>
                        <m:t>30 </m:t>
                      </m:r>
                      <m:r>
                        <a:rPr lang="fr-FR" sz="14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174" y="2543567"/>
                <a:ext cx="680892" cy="30777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Ellipse 76"/>
          <p:cNvSpPr/>
          <p:nvPr/>
        </p:nvSpPr>
        <p:spPr>
          <a:xfrm>
            <a:off x="3844383" y="2564904"/>
            <a:ext cx="288032" cy="288032"/>
          </a:xfrm>
          <a:prstGeom prst="ellips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200" b="1" i="1" dirty="0">
                <a:solidFill>
                  <a:schemeClr val="tx1"/>
                </a:solidFill>
              </a:rPr>
              <a:t>M</a:t>
            </a:r>
            <a:endParaRPr lang="fr-FR" b="1" i="1" dirty="0">
              <a:solidFill>
                <a:schemeClr val="tx1"/>
              </a:solidFill>
            </a:endParaRPr>
          </a:p>
        </p:txBody>
      </p:sp>
      <p:cxnSp>
        <p:nvCxnSpPr>
          <p:cNvPr id="78" name="Connecteur droit 77"/>
          <p:cNvCxnSpPr>
            <a:endCxn id="77" idx="6"/>
          </p:cNvCxnSpPr>
          <p:nvPr/>
        </p:nvCxnSpPr>
        <p:spPr>
          <a:xfrm flipH="1">
            <a:off x="4132415" y="2708920"/>
            <a:ext cx="42451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179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71600" y="548680"/>
            <a:ext cx="2088232" cy="2160240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4"/>
          <p:cNvCxnSpPr/>
          <p:nvPr/>
        </p:nvCxnSpPr>
        <p:spPr>
          <a:xfrm>
            <a:off x="835968" y="1027375"/>
            <a:ext cx="9001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36068" y="785990"/>
                <a:ext cx="559296" cy="626786"/>
              </a:xfrm>
              <a:prstGeom prst="rect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latin typeface="Cambria Math"/>
                        </a:rPr>
                        <m:t>≥</m:t>
                      </m:r>
                      <m:r>
                        <a:rPr lang="fr-FR" sz="16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068" y="785990"/>
                <a:ext cx="559296" cy="62678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36068" y="1835302"/>
                <a:ext cx="559296" cy="657594"/>
              </a:xfrm>
              <a:prstGeom prst="rect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latin typeface="Cambria Math"/>
                        </a:rPr>
                        <m:t>≥</m:t>
                      </m:r>
                      <m:r>
                        <a:rPr lang="fr-FR" sz="16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068" y="1835302"/>
                <a:ext cx="559296" cy="65759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llipse 7"/>
          <p:cNvSpPr/>
          <p:nvPr/>
        </p:nvSpPr>
        <p:spPr>
          <a:xfrm>
            <a:off x="2295364" y="1027375"/>
            <a:ext cx="144016" cy="144016"/>
          </a:xfrm>
          <a:prstGeom prst="ellips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00" b="1" i="1">
              <a:solidFill>
                <a:schemeClr val="tx1"/>
              </a:solidFill>
              <a:latin typeface="Cambria Math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2295364" y="2092091"/>
            <a:ext cx="144016" cy="144016"/>
          </a:xfrm>
          <a:prstGeom prst="ellips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00" b="1" i="1">
              <a:solidFill>
                <a:schemeClr val="tx1"/>
              </a:solidFill>
              <a:latin typeface="Cambria Math"/>
            </a:endParaRPr>
          </a:p>
        </p:txBody>
      </p:sp>
      <p:cxnSp>
        <p:nvCxnSpPr>
          <p:cNvPr id="13" name="Connecteur droit 12"/>
          <p:cNvCxnSpPr/>
          <p:nvPr/>
        </p:nvCxnSpPr>
        <p:spPr>
          <a:xfrm>
            <a:off x="2439380" y="1099383"/>
            <a:ext cx="33242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2439380" y="2164099"/>
            <a:ext cx="908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 flipV="1">
            <a:off x="2771800" y="1083979"/>
            <a:ext cx="0" cy="32879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 flipH="1">
            <a:off x="1460536" y="1400778"/>
            <a:ext cx="1311264" cy="351655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>
            <a:off x="1460536" y="2066521"/>
            <a:ext cx="26041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>
            <a:off x="820848" y="2265955"/>
            <a:ext cx="9001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 flipV="1">
            <a:off x="1460536" y="1752433"/>
            <a:ext cx="0" cy="32879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 flipV="1">
            <a:off x="2771800" y="1835302"/>
            <a:ext cx="0" cy="32879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H="1" flipV="1">
            <a:off x="1475656" y="1551659"/>
            <a:ext cx="1296144" cy="2836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1475656" y="1222862"/>
            <a:ext cx="26041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V="1">
            <a:off x="1475656" y="1222862"/>
            <a:ext cx="0" cy="32879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503548" y="844537"/>
            <a:ext cx="468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m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503548" y="2112066"/>
            <a:ext cx="468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3347864" y="2018517"/>
            <a:ext cx="468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Q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1137810" y="1222862"/>
            <a:ext cx="468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048" y="944724"/>
            <a:ext cx="989232" cy="1368152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00" b="1" dirty="0"/>
          </a:p>
        </p:txBody>
      </p:sp>
      <p:cxnSp>
        <p:nvCxnSpPr>
          <p:cNvPr id="41" name="Connecteur droit 40"/>
          <p:cNvCxnSpPr/>
          <p:nvPr/>
        </p:nvCxnSpPr>
        <p:spPr>
          <a:xfrm>
            <a:off x="4598564" y="1266563"/>
            <a:ext cx="405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>
            <a:off x="4588678" y="2018517"/>
            <a:ext cx="405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5993280" y="1989567"/>
            <a:ext cx="405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/>
        </p:nvCxnSpPr>
        <p:spPr>
          <a:xfrm>
            <a:off x="5993280" y="1266563"/>
            <a:ext cx="405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/>
              <p:cNvSpPr txBox="1"/>
              <p:nvPr/>
            </p:nvSpPr>
            <p:spPr>
              <a:xfrm>
                <a:off x="5498664" y="1099383"/>
                <a:ext cx="468052" cy="30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50" name="ZoneTexte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664" y="1099383"/>
                <a:ext cx="468052" cy="308226"/>
              </a:xfrm>
              <a:prstGeom prst="rect">
                <a:avLst/>
              </a:prstGeom>
              <a:blipFill rotWithShape="1">
                <a:blip r:embed="rId4"/>
                <a:stretch>
                  <a:fillRect r="-9091" b="-58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/>
              <p:cNvSpPr txBox="1"/>
              <p:nvPr/>
            </p:nvSpPr>
            <p:spPr>
              <a:xfrm>
                <a:off x="5525228" y="1835180"/>
                <a:ext cx="468052" cy="30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𝑄</m:t>
                      </m:r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51" name="ZoneTexte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228" y="1835180"/>
                <a:ext cx="468052" cy="308226"/>
              </a:xfrm>
              <a:prstGeom prst="rect">
                <a:avLst/>
              </a:prstGeom>
              <a:blipFill rotWithShape="1">
                <a:blip r:embed="rId5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/>
              <p:cNvSpPr txBox="1"/>
              <p:nvPr/>
            </p:nvSpPr>
            <p:spPr>
              <a:xfrm>
                <a:off x="4983310" y="1112450"/>
                <a:ext cx="468052" cy="30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52" name="ZoneTexte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310" y="1112450"/>
                <a:ext cx="468052" cy="30822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ZoneTexte 52"/>
              <p:cNvSpPr txBox="1"/>
              <p:nvPr/>
            </p:nvSpPr>
            <p:spPr>
              <a:xfrm>
                <a:off x="4983310" y="1864404"/>
                <a:ext cx="468052" cy="30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53" name="ZoneTexte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310" y="1864404"/>
                <a:ext cx="468052" cy="30822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6567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13226" y="3679350"/>
            <a:ext cx="2334638" cy="1621858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/>
          <p:cNvSpPr/>
          <p:nvPr/>
        </p:nvSpPr>
        <p:spPr>
          <a:xfrm>
            <a:off x="5004048" y="944724"/>
            <a:ext cx="989232" cy="1368152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00" b="1" dirty="0"/>
          </a:p>
        </p:txBody>
      </p:sp>
      <p:cxnSp>
        <p:nvCxnSpPr>
          <p:cNvPr id="41" name="Connecteur droit 40"/>
          <p:cNvCxnSpPr/>
          <p:nvPr/>
        </p:nvCxnSpPr>
        <p:spPr>
          <a:xfrm>
            <a:off x="4598564" y="1266563"/>
            <a:ext cx="405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>
            <a:off x="4588678" y="2018517"/>
            <a:ext cx="405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5993280" y="1989567"/>
            <a:ext cx="405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/>
        </p:nvCxnSpPr>
        <p:spPr>
          <a:xfrm>
            <a:off x="5993280" y="1266563"/>
            <a:ext cx="405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/>
              <p:cNvSpPr txBox="1"/>
              <p:nvPr/>
            </p:nvSpPr>
            <p:spPr>
              <a:xfrm>
                <a:off x="5525228" y="1835454"/>
                <a:ext cx="468052" cy="30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50" name="ZoneTexte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228" y="1835454"/>
                <a:ext cx="468052" cy="308226"/>
              </a:xfrm>
              <a:prstGeom prst="rect">
                <a:avLst/>
              </a:prstGeom>
              <a:blipFill rotWithShape="1">
                <a:blip r:embed="rId2"/>
                <a:stretch>
                  <a:fillRect r="-9091" b="-58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/>
              <p:cNvSpPr txBox="1"/>
              <p:nvPr/>
            </p:nvSpPr>
            <p:spPr>
              <a:xfrm>
                <a:off x="5525228" y="1112450"/>
                <a:ext cx="468052" cy="30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𝑄</m:t>
                      </m:r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51" name="ZoneTexte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228" y="1112450"/>
                <a:ext cx="468052" cy="308226"/>
              </a:xfrm>
              <a:prstGeom prst="rect">
                <a:avLst/>
              </a:prstGeom>
              <a:blipFill rotWithShape="1">
                <a:blip r:embed="rId3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/>
              <p:cNvSpPr txBox="1"/>
              <p:nvPr/>
            </p:nvSpPr>
            <p:spPr>
              <a:xfrm>
                <a:off x="4983310" y="1112450"/>
                <a:ext cx="468052" cy="30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𝐽</m:t>
                      </m:r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52" name="ZoneTexte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310" y="1112450"/>
                <a:ext cx="468052" cy="308226"/>
              </a:xfrm>
              <a:prstGeom prst="rect">
                <a:avLst/>
              </a:prstGeom>
              <a:blipFill rotWithShape="1"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ZoneTexte 52"/>
              <p:cNvSpPr txBox="1"/>
              <p:nvPr/>
            </p:nvSpPr>
            <p:spPr>
              <a:xfrm>
                <a:off x="4983310" y="1864404"/>
                <a:ext cx="4680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𝐾</m:t>
                      </m:r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53" name="ZoneTexte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310" y="1864404"/>
                <a:ext cx="468052" cy="30777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necteur droit 34"/>
          <p:cNvCxnSpPr/>
          <p:nvPr/>
        </p:nvCxnSpPr>
        <p:spPr>
          <a:xfrm>
            <a:off x="3059832" y="4303229"/>
            <a:ext cx="405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3059832" y="4611455"/>
            <a:ext cx="405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1920986" y="4303229"/>
            <a:ext cx="20274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1"/>
          <p:cNvGrpSpPr/>
          <p:nvPr/>
        </p:nvGrpSpPr>
        <p:grpSpPr>
          <a:xfrm>
            <a:off x="2123728" y="4149116"/>
            <a:ext cx="936104" cy="616452"/>
            <a:chOff x="7474011" y="3455634"/>
            <a:chExt cx="936104" cy="616452"/>
          </a:xfrm>
        </p:grpSpPr>
        <p:sp>
          <p:nvSpPr>
            <p:cNvPr id="33" name="Rectangle 32"/>
            <p:cNvSpPr/>
            <p:nvPr/>
          </p:nvSpPr>
          <p:spPr>
            <a:xfrm>
              <a:off x="7474011" y="3455634"/>
              <a:ext cx="936104" cy="616452"/>
            </a:xfrm>
            <a:prstGeom prst="rect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ZoneTexte 45"/>
                <p:cNvSpPr txBox="1"/>
                <p:nvPr/>
              </p:nvSpPr>
              <p:spPr>
                <a:xfrm>
                  <a:off x="7942063" y="3763860"/>
                  <a:ext cx="468052" cy="3082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fr-FR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400" b="0" i="1" smtClean="0">
                                <a:latin typeface="Cambria Math"/>
                              </a:rPr>
                              <m:t>𝑄</m:t>
                            </m:r>
                          </m:e>
                        </m:acc>
                      </m:oMath>
                    </m:oMathPara>
                  </a14:m>
                  <a:endParaRPr lang="fr-FR" sz="1400" i="1" dirty="0"/>
                </a:p>
              </p:txBody>
            </p:sp>
          </mc:Choice>
          <mc:Fallback xmlns="">
            <p:sp>
              <p:nvSpPr>
                <p:cNvPr id="46" name="ZoneTexte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2063" y="3763860"/>
                  <a:ext cx="468052" cy="308226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r="-9091" b="-588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ZoneTexte 46"/>
                <p:cNvSpPr txBox="1"/>
                <p:nvPr/>
              </p:nvSpPr>
              <p:spPr>
                <a:xfrm>
                  <a:off x="7942063" y="3455634"/>
                  <a:ext cx="468052" cy="3082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400" b="0" i="1" smtClean="0">
                            <a:latin typeface="Cambria Math"/>
                          </a:rPr>
                          <m:t>𝑄</m:t>
                        </m:r>
                      </m:oMath>
                    </m:oMathPara>
                  </a14:m>
                  <a:endParaRPr lang="fr-FR" sz="1400" i="1" dirty="0"/>
                </a:p>
              </p:txBody>
            </p:sp>
          </mc:Choice>
          <mc:Fallback xmlns="">
            <p:sp>
              <p:nvSpPr>
                <p:cNvPr id="47" name="ZoneTexte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2063" y="3455634"/>
                  <a:ext cx="468052" cy="308226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ZoneTexte 53"/>
                <p:cNvSpPr txBox="1"/>
                <p:nvPr/>
              </p:nvSpPr>
              <p:spPr>
                <a:xfrm>
                  <a:off x="7474011" y="3455634"/>
                  <a:ext cx="468052" cy="3082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400" b="0" i="1" smtClean="0">
                            <a:latin typeface="Cambria Math"/>
                          </a:rPr>
                          <m:t>𝑆</m:t>
                        </m:r>
                      </m:oMath>
                    </m:oMathPara>
                  </a14:m>
                  <a:endParaRPr lang="fr-FR" sz="1400" i="1" dirty="0"/>
                </a:p>
              </p:txBody>
            </p:sp>
          </mc:Choice>
          <mc:Fallback xmlns="">
            <p:sp>
              <p:nvSpPr>
                <p:cNvPr id="54" name="ZoneTexte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4011" y="3455634"/>
                  <a:ext cx="468052" cy="308226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ZoneTexte 54"/>
                <p:cNvSpPr txBox="1"/>
                <p:nvPr/>
              </p:nvSpPr>
              <p:spPr>
                <a:xfrm>
                  <a:off x="7474011" y="3763860"/>
                  <a:ext cx="468052" cy="3082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400" b="0" i="1" smtClean="0">
                            <a:latin typeface="Cambria Math"/>
                          </a:rPr>
                          <m:t>𝑅</m:t>
                        </m:r>
                      </m:oMath>
                    </m:oMathPara>
                  </a14:m>
                  <a:endParaRPr lang="fr-FR" sz="1400" i="1" dirty="0"/>
                </a:p>
              </p:txBody>
            </p:sp>
          </mc:Choice>
          <mc:Fallback xmlns="">
            <p:sp>
              <p:nvSpPr>
                <p:cNvPr id="55" name="ZoneTexte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4011" y="3763860"/>
                  <a:ext cx="468052" cy="308226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1325484" y="4562456"/>
                <a:ext cx="414046" cy="503481"/>
              </a:xfrm>
              <a:prstGeom prst="rect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latin typeface="Cambria Math"/>
                        </a:rPr>
                        <m:t>&amp;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484" y="4562456"/>
                <a:ext cx="414046" cy="50348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1317239" y="3848746"/>
                <a:ext cx="414046" cy="503481"/>
              </a:xfrm>
              <a:prstGeom prst="rect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latin typeface="Cambria Math"/>
                        </a:rPr>
                        <m:t>&amp;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239" y="3848746"/>
                <a:ext cx="414046" cy="503481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Connecteur droit 58"/>
          <p:cNvCxnSpPr/>
          <p:nvPr/>
        </p:nvCxnSpPr>
        <p:spPr>
          <a:xfrm>
            <a:off x="1920579" y="4611455"/>
            <a:ext cx="20274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rot="5400000">
            <a:off x="1832656" y="4712826"/>
            <a:ext cx="20274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 rot="5400000">
            <a:off x="1840901" y="4201858"/>
            <a:ext cx="20274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>
            <a:off x="1739530" y="4100487"/>
            <a:ext cx="20274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>
            <a:off x="1731285" y="4814197"/>
            <a:ext cx="20274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>
            <a:off x="911755" y="4727781"/>
            <a:ext cx="405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>
            <a:off x="911755" y="4181134"/>
            <a:ext cx="40548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>
            <a:off x="1114497" y="4005064"/>
            <a:ext cx="20274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1114497" y="4941168"/>
            <a:ext cx="20274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 flipH="1">
            <a:off x="1108364" y="4941168"/>
            <a:ext cx="0" cy="19886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/>
          <p:cNvCxnSpPr/>
          <p:nvPr/>
        </p:nvCxnSpPr>
        <p:spPr>
          <a:xfrm>
            <a:off x="1114497" y="3802322"/>
            <a:ext cx="0" cy="20274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3131840" y="3802322"/>
            <a:ext cx="0" cy="80913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/>
          <p:cNvCxnSpPr/>
          <p:nvPr/>
        </p:nvCxnSpPr>
        <p:spPr>
          <a:xfrm>
            <a:off x="1100642" y="3802322"/>
            <a:ext cx="2044339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1100642" y="5143910"/>
            <a:ext cx="216193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3248719" y="4317084"/>
            <a:ext cx="0" cy="80913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443703" y="4008858"/>
                <a:ext cx="468052" cy="30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𝐽</m:t>
                      </m:r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03" y="4008858"/>
                <a:ext cx="468052" cy="308226"/>
              </a:xfrm>
              <a:prstGeom prst="rect">
                <a:avLst/>
              </a:prstGeom>
              <a:blipFill rotWithShape="1">
                <a:blip r:embed="rId1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/>
              <p:cNvSpPr txBox="1"/>
              <p:nvPr/>
            </p:nvSpPr>
            <p:spPr>
              <a:xfrm>
                <a:off x="477938" y="4567761"/>
                <a:ext cx="4680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𝐾</m:t>
                      </m:r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76" name="ZoneTexte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38" y="4567761"/>
                <a:ext cx="468052" cy="307777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/>
              <p:cNvSpPr txBox="1"/>
              <p:nvPr/>
            </p:nvSpPr>
            <p:spPr>
              <a:xfrm>
                <a:off x="3465316" y="4488926"/>
                <a:ext cx="468052" cy="30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77" name="ZoneTexte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316" y="4488926"/>
                <a:ext cx="468052" cy="308226"/>
              </a:xfrm>
              <a:prstGeom prst="rect">
                <a:avLst/>
              </a:prstGeom>
              <a:blipFill rotWithShape="1">
                <a:blip r:embed="rId2"/>
                <a:stretch>
                  <a:fillRect r="-9091" b="-58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/>
              <p:cNvSpPr txBox="1"/>
              <p:nvPr/>
            </p:nvSpPr>
            <p:spPr>
              <a:xfrm>
                <a:off x="3448547" y="4128886"/>
                <a:ext cx="468052" cy="308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𝑄</m:t>
                      </m:r>
                    </m:oMath>
                  </m:oMathPara>
                </a14:m>
                <a:endParaRPr lang="fr-FR" sz="1400" i="1" dirty="0"/>
              </a:p>
            </p:txBody>
          </p:sp>
        </mc:Choice>
        <mc:Fallback xmlns="">
          <p:sp>
            <p:nvSpPr>
              <p:cNvPr id="78" name="ZoneTexte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547" y="4128886"/>
                <a:ext cx="468052" cy="308226"/>
              </a:xfrm>
              <a:prstGeom prst="rect">
                <a:avLst/>
              </a:prstGeom>
              <a:blipFill rotWithShape="1">
                <a:blip r:embed="rId13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212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/>
          <p:nvPr/>
        </p:nvCxnSpPr>
        <p:spPr>
          <a:xfrm>
            <a:off x="971600" y="1989437"/>
            <a:ext cx="57606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flipV="1">
            <a:off x="971600" y="1058715"/>
            <a:ext cx="0" cy="107254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547664" y="1775878"/>
            <a:ext cx="0" cy="2176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1457864" y="1775878"/>
            <a:ext cx="377832" cy="21602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971600" y="1267168"/>
            <a:ext cx="18002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>
            <a:off x="1816520" y="1987248"/>
            <a:ext cx="955280" cy="159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3131840" y="1267168"/>
            <a:ext cx="36004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3131840" y="1988840"/>
            <a:ext cx="36004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flipV="1">
            <a:off x="3491880" y="1267168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H="1">
            <a:off x="2771800" y="1268760"/>
            <a:ext cx="360040" cy="1440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H="1">
            <a:off x="2775655" y="1987248"/>
            <a:ext cx="360040" cy="1440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>
            <a:off x="3491880" y="1607079"/>
            <a:ext cx="38138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873260" y="1320639"/>
            <a:ext cx="269462" cy="572880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8" name="Connecteur droit 37"/>
          <p:cNvCxnSpPr/>
          <p:nvPr/>
        </p:nvCxnSpPr>
        <p:spPr>
          <a:xfrm flipH="1" flipV="1">
            <a:off x="3873260" y="1412777"/>
            <a:ext cx="269462" cy="34670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>
            <a:off x="4142722" y="1607079"/>
            <a:ext cx="41845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flipV="1">
            <a:off x="4561174" y="1247039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/>
              <p:cNvSpPr txBox="1"/>
              <p:nvPr/>
            </p:nvSpPr>
            <p:spPr>
              <a:xfrm>
                <a:off x="1507208" y="2143682"/>
                <a:ext cx="3284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5" name="ZoneTexte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208" y="2143682"/>
                <a:ext cx="328488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/>
              <p:cNvSpPr txBox="1"/>
              <p:nvPr/>
            </p:nvSpPr>
            <p:spPr>
              <a:xfrm>
                <a:off x="2791431" y="904827"/>
                <a:ext cx="3785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6" name="ZoneTexte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431" y="904827"/>
                <a:ext cx="378502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/>
              <p:cNvSpPr txBox="1"/>
              <p:nvPr/>
            </p:nvSpPr>
            <p:spPr>
              <a:xfrm>
                <a:off x="2956164" y="1709484"/>
                <a:ext cx="3263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7" name="ZoneTexte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164" y="1709484"/>
                <a:ext cx="326371" cy="30777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onnecteur droit 47"/>
          <p:cNvCxnSpPr/>
          <p:nvPr/>
        </p:nvCxnSpPr>
        <p:spPr>
          <a:xfrm flipV="1">
            <a:off x="971600" y="234888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/>
        </p:nvCxnSpPr>
        <p:spPr>
          <a:xfrm flipV="1">
            <a:off x="4561174" y="234888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2980682" y="1340768"/>
            <a:ext cx="0" cy="24536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>
            <a:off x="2855841" y="1579391"/>
            <a:ext cx="24968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093262" y="1470072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868912" y="1471672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1691680" y="1920865"/>
            <a:ext cx="0" cy="24536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1566839" y="2159488"/>
            <a:ext cx="24968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>
            <a:off x="1804260" y="2050169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>
            <a:off x="1579910" y="2051769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>
            <a:off x="971600" y="2708920"/>
            <a:ext cx="18002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>
            <a:off x="3131840" y="2708920"/>
            <a:ext cx="712543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H="1">
            <a:off x="2775655" y="2707328"/>
            <a:ext cx="360040" cy="1440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ZoneTexte 65"/>
              <p:cNvSpPr txBox="1"/>
              <p:nvPr/>
            </p:nvSpPr>
            <p:spPr>
              <a:xfrm>
                <a:off x="2955675" y="2401143"/>
                <a:ext cx="3263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6" name="ZoneTexte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675" y="2401143"/>
                <a:ext cx="326371" cy="30777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Connecteur droit 68"/>
          <p:cNvCxnSpPr/>
          <p:nvPr/>
        </p:nvCxnSpPr>
        <p:spPr>
          <a:xfrm flipH="1">
            <a:off x="2951820" y="2059256"/>
            <a:ext cx="11900" cy="72008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/>
              <p:cNvSpPr txBox="1"/>
              <p:nvPr/>
            </p:nvSpPr>
            <p:spPr>
              <a:xfrm>
                <a:off x="3844805" y="1005378"/>
                <a:ext cx="3445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1" name="ZoneTexte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805" y="1005378"/>
                <a:ext cx="344517" cy="3077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/>
              <p:cNvSpPr txBox="1"/>
              <p:nvPr/>
            </p:nvSpPr>
            <p:spPr>
              <a:xfrm>
                <a:off x="489481" y="1463448"/>
                <a:ext cx="4821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0 </m:t>
                      </m:r>
                      <m:r>
                        <a:rPr lang="fr-FR" sz="14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2" name="ZoneTexte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1" y="1463448"/>
                <a:ext cx="482119" cy="30777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/>
              <p:cNvSpPr txBox="1"/>
              <p:nvPr/>
            </p:nvSpPr>
            <p:spPr>
              <a:xfrm>
                <a:off x="489480" y="2555031"/>
                <a:ext cx="4821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0 </m:t>
                      </m:r>
                      <m:r>
                        <a:rPr lang="fr-FR" sz="14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3" name="ZoneTexte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0" y="2555031"/>
                <a:ext cx="482119" cy="30777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4556927" y="1442650"/>
                <a:ext cx="5815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12 </m:t>
                      </m:r>
                      <m:r>
                        <a:rPr lang="fr-FR" sz="14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927" y="1442650"/>
                <a:ext cx="581506" cy="307777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4561174" y="2543567"/>
                <a:ext cx="6808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latin typeface="Cambria Math"/>
                        </a:rPr>
                        <m:t>2</m:t>
                      </m:r>
                      <m:r>
                        <a:rPr lang="fr-FR" sz="1400" b="0" i="1" smtClean="0">
                          <a:latin typeface="Cambria Math"/>
                        </a:rPr>
                        <m:t>30 </m:t>
                      </m:r>
                      <m:r>
                        <a:rPr lang="fr-FR" sz="14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174" y="2543567"/>
                <a:ext cx="680892" cy="30777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Ellipse 76"/>
          <p:cNvSpPr/>
          <p:nvPr/>
        </p:nvSpPr>
        <p:spPr>
          <a:xfrm>
            <a:off x="3844383" y="2564904"/>
            <a:ext cx="288032" cy="288032"/>
          </a:xfrm>
          <a:prstGeom prst="ellips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200" b="1" i="1" dirty="0">
                <a:solidFill>
                  <a:schemeClr val="tx1"/>
                </a:solidFill>
              </a:rPr>
              <a:t>M</a:t>
            </a:r>
            <a:endParaRPr lang="fr-FR" b="1" i="1" dirty="0">
              <a:solidFill>
                <a:schemeClr val="tx1"/>
              </a:solidFill>
            </a:endParaRPr>
          </a:p>
        </p:txBody>
      </p:sp>
      <p:cxnSp>
        <p:nvCxnSpPr>
          <p:cNvPr id="78" name="Connecteur droit 77"/>
          <p:cNvCxnSpPr>
            <a:endCxn id="77" idx="6"/>
          </p:cNvCxnSpPr>
          <p:nvPr/>
        </p:nvCxnSpPr>
        <p:spPr>
          <a:xfrm flipH="1">
            <a:off x="4132415" y="2708920"/>
            <a:ext cx="42451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31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/>
          <p:nvPr/>
        </p:nvCxnSpPr>
        <p:spPr>
          <a:xfrm>
            <a:off x="971600" y="1628800"/>
            <a:ext cx="57606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flipV="1">
            <a:off x="971600" y="1268760"/>
            <a:ext cx="0" cy="129614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547664" y="1412776"/>
            <a:ext cx="0" cy="2176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1457864" y="1412776"/>
            <a:ext cx="377832" cy="21602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1835696" y="1630392"/>
            <a:ext cx="57606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 flipV="1">
            <a:off x="2411760" y="1268760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2411760" y="1267168"/>
            <a:ext cx="36004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>
            <a:off x="2411760" y="1988840"/>
            <a:ext cx="36004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3131840" y="1267168"/>
            <a:ext cx="36004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3131840" y="1988840"/>
            <a:ext cx="36004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flipV="1">
            <a:off x="3491880" y="1267168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H="1">
            <a:off x="2771800" y="1268760"/>
            <a:ext cx="360040" cy="1440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H="1">
            <a:off x="2775655" y="1987248"/>
            <a:ext cx="360040" cy="1440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>
            <a:off x="3491880" y="1607079"/>
            <a:ext cx="38138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873260" y="1320639"/>
            <a:ext cx="269462" cy="572880"/>
          </a:xfrm>
          <a:prstGeom prst="rect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8" name="Connecteur droit 37"/>
          <p:cNvCxnSpPr/>
          <p:nvPr/>
        </p:nvCxnSpPr>
        <p:spPr>
          <a:xfrm flipH="1" flipV="1">
            <a:off x="3873260" y="1412777"/>
            <a:ext cx="269462" cy="34670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>
            <a:off x="4142722" y="1607079"/>
            <a:ext cx="41845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flipV="1">
            <a:off x="4561174" y="1247039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/>
              <p:cNvSpPr txBox="1"/>
              <p:nvPr/>
            </p:nvSpPr>
            <p:spPr>
              <a:xfrm>
                <a:off x="1507208" y="1780580"/>
                <a:ext cx="3284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5" name="ZoneTexte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208" y="1780580"/>
                <a:ext cx="328488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/>
              <p:cNvSpPr txBox="1"/>
              <p:nvPr/>
            </p:nvSpPr>
            <p:spPr>
              <a:xfrm>
                <a:off x="2791431" y="904827"/>
                <a:ext cx="3785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6" name="ZoneTexte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431" y="904827"/>
                <a:ext cx="378502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/>
              <p:cNvSpPr txBox="1"/>
              <p:nvPr/>
            </p:nvSpPr>
            <p:spPr>
              <a:xfrm>
                <a:off x="2956164" y="1709484"/>
                <a:ext cx="3263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7" name="ZoneTexte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6164" y="1709484"/>
                <a:ext cx="326371" cy="30777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onnecteur droit 47"/>
          <p:cNvCxnSpPr/>
          <p:nvPr/>
        </p:nvCxnSpPr>
        <p:spPr>
          <a:xfrm flipV="1">
            <a:off x="971600" y="2780928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/>
        </p:nvCxnSpPr>
        <p:spPr>
          <a:xfrm flipV="1">
            <a:off x="4561174" y="2780928"/>
            <a:ext cx="0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/>
        </p:nvCxnSpPr>
        <p:spPr>
          <a:xfrm>
            <a:off x="2980682" y="1340768"/>
            <a:ext cx="0" cy="24536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>
            <a:off x="2855841" y="1579391"/>
            <a:ext cx="24968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093262" y="1470072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868912" y="1471672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1691680" y="1557763"/>
            <a:ext cx="0" cy="24536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1566839" y="1796386"/>
            <a:ext cx="24968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>
            <a:off x="1804260" y="1687067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>
            <a:off x="1579910" y="1688667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>
            <a:off x="971600" y="3140968"/>
            <a:ext cx="18002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>
            <a:off x="3131840" y="3140968"/>
            <a:ext cx="712543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H="1">
            <a:off x="2775655" y="3139376"/>
            <a:ext cx="360040" cy="1440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ZoneTexte 65"/>
              <p:cNvSpPr txBox="1"/>
              <p:nvPr/>
            </p:nvSpPr>
            <p:spPr>
              <a:xfrm>
                <a:off x="2955675" y="2833191"/>
                <a:ext cx="3263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6" name="ZoneTexte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675" y="2833191"/>
                <a:ext cx="326371" cy="30777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Connecteur droit 68"/>
          <p:cNvCxnSpPr/>
          <p:nvPr/>
        </p:nvCxnSpPr>
        <p:spPr>
          <a:xfrm flipH="1">
            <a:off x="2951820" y="2059256"/>
            <a:ext cx="11900" cy="72008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/>
              <p:cNvSpPr txBox="1"/>
              <p:nvPr/>
            </p:nvSpPr>
            <p:spPr>
              <a:xfrm>
                <a:off x="3844805" y="1005378"/>
                <a:ext cx="3445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1" name="ZoneTexte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805" y="1005378"/>
                <a:ext cx="344517" cy="3077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/>
              <p:cNvSpPr txBox="1"/>
              <p:nvPr/>
            </p:nvSpPr>
            <p:spPr>
              <a:xfrm>
                <a:off x="489481" y="1463448"/>
                <a:ext cx="4821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0 </m:t>
                      </m:r>
                      <m:r>
                        <a:rPr lang="fr-FR" sz="14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2" name="ZoneTexte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1" y="1463448"/>
                <a:ext cx="482119" cy="30777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/>
              <p:cNvSpPr txBox="1"/>
              <p:nvPr/>
            </p:nvSpPr>
            <p:spPr>
              <a:xfrm>
                <a:off x="489480" y="2987079"/>
                <a:ext cx="4821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0 </m:t>
                      </m:r>
                      <m:r>
                        <a:rPr lang="fr-FR" sz="14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3" name="ZoneTexte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0" y="2987079"/>
                <a:ext cx="482119" cy="307777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4556927" y="1442650"/>
                <a:ext cx="5815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12 </m:t>
                      </m:r>
                      <m:r>
                        <a:rPr lang="fr-FR" sz="14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927" y="1442650"/>
                <a:ext cx="581506" cy="30777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ZoneTexte 74"/>
              <p:cNvSpPr txBox="1"/>
              <p:nvPr/>
            </p:nvSpPr>
            <p:spPr>
              <a:xfrm>
                <a:off x="4561174" y="2975615"/>
                <a:ext cx="6808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latin typeface="Cambria Math"/>
                        </a:rPr>
                        <m:t>2</m:t>
                      </m:r>
                      <m:r>
                        <a:rPr lang="fr-FR" sz="1400" b="0" i="1" smtClean="0">
                          <a:latin typeface="Cambria Math"/>
                        </a:rPr>
                        <m:t>30 </m:t>
                      </m:r>
                      <m:r>
                        <a:rPr lang="fr-FR" sz="14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5" name="ZoneTexte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174" y="2975615"/>
                <a:ext cx="680892" cy="307777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Ellipse 76"/>
          <p:cNvSpPr/>
          <p:nvPr/>
        </p:nvSpPr>
        <p:spPr>
          <a:xfrm>
            <a:off x="3844383" y="2996952"/>
            <a:ext cx="288032" cy="288032"/>
          </a:xfrm>
          <a:prstGeom prst="ellips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200" b="1" i="1" dirty="0">
                <a:solidFill>
                  <a:schemeClr val="tx1"/>
                </a:solidFill>
              </a:rPr>
              <a:t>M</a:t>
            </a:r>
            <a:endParaRPr lang="fr-FR" b="1" i="1" dirty="0">
              <a:solidFill>
                <a:schemeClr val="tx1"/>
              </a:solidFill>
            </a:endParaRPr>
          </a:p>
        </p:txBody>
      </p:sp>
      <p:cxnSp>
        <p:nvCxnSpPr>
          <p:cNvPr id="78" name="Connecteur droit 77"/>
          <p:cNvCxnSpPr>
            <a:endCxn id="77" idx="6"/>
          </p:cNvCxnSpPr>
          <p:nvPr/>
        </p:nvCxnSpPr>
        <p:spPr>
          <a:xfrm flipH="1">
            <a:off x="4132415" y="3140968"/>
            <a:ext cx="42451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971599" y="2419296"/>
            <a:ext cx="57606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>
            <a:off x="1875705" y="2419296"/>
            <a:ext cx="88759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 flipH="1">
            <a:off x="1515665" y="2420888"/>
            <a:ext cx="360040" cy="1440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ZoneTexte 56"/>
              <p:cNvSpPr txBox="1"/>
              <p:nvPr/>
            </p:nvSpPr>
            <p:spPr>
              <a:xfrm>
                <a:off x="1535296" y="2056955"/>
                <a:ext cx="3785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7" name="ZoneTexte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296" y="2056955"/>
                <a:ext cx="378502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onnecteur droit 66"/>
          <p:cNvCxnSpPr/>
          <p:nvPr/>
        </p:nvCxnSpPr>
        <p:spPr>
          <a:xfrm>
            <a:off x="1724547" y="2492896"/>
            <a:ext cx="0" cy="245360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1599706" y="2731519"/>
            <a:ext cx="24968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1837127" y="2622200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/>
          <p:nvPr/>
        </p:nvCxnSpPr>
        <p:spPr>
          <a:xfrm>
            <a:off x="1612777" y="2623800"/>
            <a:ext cx="0" cy="1159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3131840" y="2422480"/>
            <a:ext cx="55073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/>
          <p:cNvCxnSpPr/>
          <p:nvPr/>
        </p:nvCxnSpPr>
        <p:spPr>
          <a:xfrm flipH="1">
            <a:off x="2775655" y="2420888"/>
            <a:ext cx="360040" cy="14401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>
            <a:off x="3682570" y="1607079"/>
            <a:ext cx="0" cy="81540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490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55905" cy="2434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190" y="280959"/>
            <a:ext cx="2135138" cy="1882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943" y="-1"/>
            <a:ext cx="2774678" cy="2434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e 3"/>
          <p:cNvGrpSpPr/>
          <p:nvPr/>
        </p:nvGrpSpPr>
        <p:grpSpPr>
          <a:xfrm>
            <a:off x="7435992" y="-27384"/>
            <a:ext cx="2577645" cy="1049489"/>
            <a:chOff x="7435992" y="547159"/>
            <a:chExt cx="2577645" cy="1049489"/>
          </a:xfrm>
        </p:grpSpPr>
        <p:cxnSp>
          <p:nvCxnSpPr>
            <p:cNvPr id="20" name="Connecteur droit 19"/>
            <p:cNvCxnSpPr/>
            <p:nvPr/>
          </p:nvCxnSpPr>
          <p:spPr>
            <a:xfrm>
              <a:off x="8367084" y="1222360"/>
              <a:ext cx="38138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8748464" y="935920"/>
              <a:ext cx="269462" cy="572880"/>
            </a:xfrm>
            <a:prstGeom prst="rect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2" name="Connecteur droit 21"/>
            <p:cNvCxnSpPr/>
            <p:nvPr/>
          </p:nvCxnSpPr>
          <p:spPr>
            <a:xfrm flipH="1" flipV="1">
              <a:off x="8748464" y="1028058"/>
              <a:ext cx="269462" cy="34670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/>
            <p:cNvCxnSpPr/>
            <p:nvPr/>
          </p:nvCxnSpPr>
          <p:spPr>
            <a:xfrm>
              <a:off x="9017926" y="1222360"/>
              <a:ext cx="418452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/>
            <p:cNvCxnSpPr/>
            <p:nvPr/>
          </p:nvCxnSpPr>
          <p:spPr>
            <a:xfrm flipV="1">
              <a:off x="9436378" y="862320"/>
              <a:ext cx="0" cy="72008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ZoneTexte 36"/>
                <p:cNvSpPr txBox="1"/>
                <p:nvPr/>
              </p:nvSpPr>
              <p:spPr>
                <a:xfrm>
                  <a:off x="8720009" y="620659"/>
                  <a:ext cx="34451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400" b="0" i="1" smtClean="0">
                            <a:latin typeface="Cambria Math"/>
                          </a:rPr>
                          <m:t>𝑋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37" name="ZoneTexte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0009" y="620659"/>
                  <a:ext cx="344517" cy="307777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ZoneTexte 37"/>
                <p:cNvSpPr txBox="1"/>
                <p:nvPr/>
              </p:nvSpPr>
              <p:spPr>
                <a:xfrm>
                  <a:off x="7435992" y="547159"/>
                  <a:ext cx="48211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400" b="0" i="1" smtClean="0">
                            <a:latin typeface="Cambria Math"/>
                          </a:rPr>
                          <m:t>0 </m:t>
                        </m:r>
                        <m:r>
                          <a:rPr lang="fr-FR" sz="1400" b="0" i="1" smtClean="0"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38" name="ZoneTexte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5992" y="547159"/>
                  <a:ext cx="482119" cy="307777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ZoneTexte 38"/>
                <p:cNvSpPr txBox="1"/>
                <p:nvPr/>
              </p:nvSpPr>
              <p:spPr>
                <a:xfrm>
                  <a:off x="9432131" y="1057931"/>
                  <a:ext cx="58150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400" b="0" i="1" smtClean="0">
                            <a:latin typeface="Cambria Math"/>
                          </a:rPr>
                          <m:t>12 </m:t>
                        </m:r>
                        <m:r>
                          <a:rPr lang="fr-FR" sz="1400" b="0" i="1" smtClean="0"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39" name="ZoneTexte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131" y="1057931"/>
                  <a:ext cx="581506" cy="307777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necteur droit 39"/>
            <p:cNvCxnSpPr/>
            <p:nvPr/>
          </p:nvCxnSpPr>
          <p:spPr>
            <a:xfrm>
              <a:off x="7466384" y="1217277"/>
              <a:ext cx="576064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eur droit 41"/>
            <p:cNvCxnSpPr/>
            <p:nvPr/>
          </p:nvCxnSpPr>
          <p:spPr>
            <a:xfrm flipH="1">
              <a:off x="8010450" y="1218869"/>
              <a:ext cx="360040" cy="14401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ZoneTexte 42"/>
                <p:cNvSpPr txBox="1"/>
                <p:nvPr/>
              </p:nvSpPr>
              <p:spPr>
                <a:xfrm>
                  <a:off x="8030081" y="854936"/>
                  <a:ext cx="37850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400" b="0" i="1" smtClean="0">
                            <a:latin typeface="Cambria Math"/>
                          </a:rPr>
                          <m:t>𝑚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3" name="ZoneTexte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0081" y="854936"/>
                  <a:ext cx="378502" cy="307777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necteur droit 43"/>
            <p:cNvCxnSpPr/>
            <p:nvPr/>
          </p:nvCxnSpPr>
          <p:spPr>
            <a:xfrm>
              <a:off x="8219332" y="1290877"/>
              <a:ext cx="0" cy="245360"/>
            </a:xfrm>
            <a:prstGeom prst="line">
              <a:avLst/>
            </a:prstGeom>
            <a:ln w="2857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44"/>
            <p:cNvCxnSpPr/>
            <p:nvPr/>
          </p:nvCxnSpPr>
          <p:spPr>
            <a:xfrm>
              <a:off x="8094491" y="1529500"/>
              <a:ext cx="249681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/>
            <p:cNvCxnSpPr/>
            <p:nvPr/>
          </p:nvCxnSpPr>
          <p:spPr>
            <a:xfrm>
              <a:off x="8331912" y="1420181"/>
              <a:ext cx="0" cy="115943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eur droit 46"/>
            <p:cNvCxnSpPr/>
            <p:nvPr/>
          </p:nvCxnSpPr>
          <p:spPr>
            <a:xfrm>
              <a:off x="8107562" y="1421781"/>
              <a:ext cx="0" cy="115943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50"/>
            <p:cNvCxnSpPr/>
            <p:nvPr/>
          </p:nvCxnSpPr>
          <p:spPr>
            <a:xfrm flipV="1">
              <a:off x="7466384" y="876568"/>
              <a:ext cx="0" cy="72008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e 52"/>
          <p:cNvGrpSpPr/>
          <p:nvPr/>
        </p:nvGrpSpPr>
        <p:grpSpPr>
          <a:xfrm>
            <a:off x="7466384" y="1023973"/>
            <a:ext cx="2646639" cy="837439"/>
            <a:chOff x="7466384" y="759209"/>
            <a:chExt cx="2646639" cy="837439"/>
          </a:xfrm>
        </p:grpSpPr>
        <p:cxnSp>
          <p:nvCxnSpPr>
            <p:cNvPr id="54" name="Connecteur droit 53"/>
            <p:cNvCxnSpPr/>
            <p:nvPr/>
          </p:nvCxnSpPr>
          <p:spPr>
            <a:xfrm>
              <a:off x="8367084" y="1222360"/>
              <a:ext cx="381380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56"/>
            <p:cNvCxnSpPr/>
            <p:nvPr/>
          </p:nvCxnSpPr>
          <p:spPr>
            <a:xfrm>
              <a:off x="9017926" y="1222360"/>
              <a:ext cx="418452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57"/>
            <p:cNvCxnSpPr/>
            <p:nvPr/>
          </p:nvCxnSpPr>
          <p:spPr>
            <a:xfrm flipV="1">
              <a:off x="9436378" y="862320"/>
              <a:ext cx="0" cy="72008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ZoneTexte 58"/>
            <p:cNvSpPr txBox="1"/>
            <p:nvPr/>
          </p:nvSpPr>
          <p:spPr>
            <a:xfrm>
              <a:off x="8720008" y="759209"/>
              <a:ext cx="344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ZoneTexte 60"/>
                <p:cNvSpPr txBox="1"/>
                <p:nvPr/>
              </p:nvSpPr>
              <p:spPr>
                <a:xfrm>
                  <a:off x="9432131" y="1057931"/>
                  <a:ext cx="6808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400" i="1" smtClean="0">
                            <a:latin typeface="Cambria Math"/>
                          </a:rPr>
                          <m:t>2</m:t>
                        </m:r>
                        <m:r>
                          <a:rPr lang="fr-FR" sz="1400" b="0" i="1" smtClean="0">
                            <a:latin typeface="Cambria Math"/>
                          </a:rPr>
                          <m:t>20 </m:t>
                        </m:r>
                        <m:r>
                          <a:rPr lang="fr-FR" sz="1400" b="0" i="1" smtClean="0">
                            <a:latin typeface="Cambria Math"/>
                          </a:rPr>
                          <m:t>𝑉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61" name="ZoneTexte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131" y="1057931"/>
                  <a:ext cx="680892" cy="30777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Connecteur droit 61"/>
            <p:cNvCxnSpPr/>
            <p:nvPr/>
          </p:nvCxnSpPr>
          <p:spPr>
            <a:xfrm>
              <a:off x="7466384" y="1217277"/>
              <a:ext cx="576064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/>
            <p:cNvCxnSpPr/>
            <p:nvPr/>
          </p:nvCxnSpPr>
          <p:spPr>
            <a:xfrm flipH="1">
              <a:off x="8010450" y="1218869"/>
              <a:ext cx="360040" cy="14401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ZoneTexte 63"/>
                <p:cNvSpPr txBox="1"/>
                <p:nvPr/>
              </p:nvSpPr>
              <p:spPr>
                <a:xfrm>
                  <a:off x="8030081" y="854936"/>
                  <a:ext cx="3679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64" name="ZoneTexte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0081" y="854936"/>
                  <a:ext cx="367985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Connecteur droit 68"/>
            <p:cNvCxnSpPr/>
            <p:nvPr/>
          </p:nvCxnSpPr>
          <p:spPr>
            <a:xfrm flipV="1">
              <a:off x="7466384" y="876568"/>
              <a:ext cx="0" cy="72008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Organigramme : Jonction de sommaire 4"/>
          <p:cNvSpPr/>
          <p:nvPr/>
        </p:nvSpPr>
        <p:spPr>
          <a:xfrm>
            <a:off x="8757536" y="1341852"/>
            <a:ext cx="269462" cy="269462"/>
          </a:xfrm>
          <a:prstGeom prst="flowChartSummingJunction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2498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Affichage à l'écran (4:3)</PresentationFormat>
  <Paragraphs>138</Paragraphs>
  <Slides>11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Thème Office</vt:lpstr>
      <vt:lpstr>Picture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</dc:creator>
  <cp:lastModifiedBy>Xavier Pessoles</cp:lastModifiedBy>
  <cp:revision>28</cp:revision>
  <dcterms:created xsi:type="dcterms:W3CDTF">2014-04-30T11:39:32Z</dcterms:created>
  <dcterms:modified xsi:type="dcterms:W3CDTF">2026-03-03T21:15:09Z</dcterms:modified>
</cp:coreProperties>
</file>